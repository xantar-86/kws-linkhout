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7" r:id="rId3"/>
  </p:sldIdLst>
  <p:sldSz cx="12192000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0"/>
    <p:restoredTop sz="94570"/>
  </p:normalViewPr>
  <p:slideViewPr>
    <p:cSldViewPr snapToGrid="0">
      <p:cViewPr varScale="1">
        <p:scale>
          <a:sx n="73" d="100"/>
          <a:sy n="73" d="100"/>
        </p:scale>
        <p:origin x="3462" y="-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D557BB-500C-304D-92D3-FFA1271FAE8B}" type="doc">
      <dgm:prSet loTypeId="urn:microsoft.com/office/officeart/2005/8/layout/orgChart1" loCatId="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GB"/>
        </a:p>
      </dgm:t>
    </dgm:pt>
    <dgm:pt modelId="{BE0702A0-8D44-0844-AC02-6C8DD6B83812}">
      <dgm:prSet phldrT="[Text]" custT="1"/>
      <dgm:spPr/>
      <dgm:t>
        <a:bodyPr/>
        <a:lstStyle/>
        <a:p>
          <a:r>
            <a:rPr lang="en-GB" sz="1200" b="1" dirty="0"/>
            <a:t>VZW</a:t>
          </a:r>
          <a:r>
            <a:rPr lang="en-GB" sz="1200" dirty="0"/>
            <a:t> </a:t>
          </a:r>
          <a:br>
            <a:rPr lang="en-GB" sz="1200" dirty="0"/>
          </a:br>
          <a:r>
            <a:rPr lang="en-GB" sz="1000" dirty="0"/>
            <a:t>KWS LINKHOUT</a:t>
          </a:r>
        </a:p>
      </dgm:t>
    </dgm:pt>
    <dgm:pt modelId="{1ED647B2-CA34-D84D-B2D0-F2F70FE35548}" type="parTrans" cxnId="{08F47E5B-3AB8-1542-8384-FA028A147607}">
      <dgm:prSet/>
      <dgm:spPr/>
      <dgm:t>
        <a:bodyPr/>
        <a:lstStyle/>
        <a:p>
          <a:endParaRPr lang="en-GB"/>
        </a:p>
      </dgm:t>
    </dgm:pt>
    <dgm:pt modelId="{C136D2FC-918E-F94E-8236-38C94C20224F}" type="sibTrans" cxnId="{08F47E5B-3AB8-1542-8384-FA028A147607}">
      <dgm:prSet/>
      <dgm:spPr/>
      <dgm:t>
        <a:bodyPr/>
        <a:lstStyle/>
        <a:p>
          <a:endParaRPr lang="en-GB" dirty="0"/>
        </a:p>
      </dgm:t>
    </dgm:pt>
    <dgm:pt modelId="{FA43056E-CE14-0046-A85B-9B5D95617F3E}">
      <dgm:prSet phldrT="[Text]" custT="1"/>
      <dgm:spPr/>
      <dgm:t>
        <a:bodyPr/>
        <a:lstStyle/>
        <a:p>
          <a:r>
            <a:rPr lang="en-GB" sz="1200" b="1" dirty="0" err="1"/>
            <a:t>Dagelijks</a:t>
          </a:r>
          <a:r>
            <a:rPr lang="en-GB" sz="1200" b="1" dirty="0"/>
            <a:t> </a:t>
          </a:r>
          <a:r>
            <a:rPr lang="en-GB" sz="1200" b="1" dirty="0" err="1"/>
            <a:t>Bestuur</a:t>
          </a:r>
          <a:br>
            <a:rPr lang="en-GB" sz="1200" dirty="0"/>
          </a:br>
          <a:r>
            <a:rPr lang="en-GB" sz="1000" dirty="0"/>
            <a:t>KWS LINKHOUT</a:t>
          </a:r>
        </a:p>
      </dgm:t>
    </dgm:pt>
    <dgm:pt modelId="{B6CFC0A6-DD0A-F049-8EFA-F200143B41BD}" type="parTrans" cxnId="{EF518B87-EC96-C84C-B663-AF323B032118}">
      <dgm:prSet/>
      <dgm:spPr/>
      <dgm:t>
        <a:bodyPr/>
        <a:lstStyle/>
        <a:p>
          <a:endParaRPr lang="en-GB" sz="1200"/>
        </a:p>
      </dgm:t>
    </dgm:pt>
    <dgm:pt modelId="{7453D150-57CC-0E48-90A5-B6446A3963B0}" type="sibTrans" cxnId="{EF518B87-EC96-C84C-B663-AF323B032118}">
      <dgm:prSet/>
      <dgm:spPr/>
      <dgm:t>
        <a:bodyPr/>
        <a:lstStyle/>
        <a:p>
          <a:endParaRPr lang="en-GB" dirty="0"/>
        </a:p>
      </dgm:t>
    </dgm:pt>
    <dgm:pt modelId="{04E14927-B148-7C4C-868D-C9CA3CAC3B37}">
      <dgm:prSet custT="1"/>
      <dgm:spPr/>
      <dgm:t>
        <a:bodyPr/>
        <a:lstStyle/>
        <a:p>
          <a:r>
            <a:rPr lang="en-GB" sz="1200" b="1" dirty="0"/>
            <a:t>Gert </a:t>
          </a:r>
          <a:r>
            <a:rPr lang="en-GB" sz="1200" b="1" dirty="0" err="1"/>
            <a:t>Peremans</a:t>
          </a:r>
          <a:endParaRPr lang="en-GB" sz="1200" b="1" dirty="0"/>
        </a:p>
        <a:p>
          <a:r>
            <a:rPr lang="en-GB" sz="1000" dirty="0" err="1"/>
            <a:t>Voorzitter</a:t>
          </a:r>
          <a:endParaRPr lang="en-GB" sz="1000" dirty="0"/>
        </a:p>
      </dgm:t>
    </dgm:pt>
    <dgm:pt modelId="{C608DDB3-9B87-E840-9EA6-D8DDB545AF7E}" type="parTrans" cxnId="{D0A05969-F342-DE4B-9095-0B9E25A99F78}">
      <dgm:prSet/>
      <dgm:spPr/>
      <dgm:t>
        <a:bodyPr/>
        <a:lstStyle/>
        <a:p>
          <a:endParaRPr lang="en-GB" sz="1200"/>
        </a:p>
      </dgm:t>
    </dgm:pt>
    <dgm:pt modelId="{5DA4EBF9-7F77-E340-BBE3-1F49703D770C}" type="sibTrans" cxnId="{D0A05969-F342-DE4B-9095-0B9E25A99F78}">
      <dgm:prSet/>
      <dgm:spPr/>
      <dgm:t>
        <a:bodyPr/>
        <a:lstStyle/>
        <a:p>
          <a:endParaRPr lang="en-GB"/>
        </a:p>
      </dgm:t>
    </dgm:pt>
    <dgm:pt modelId="{170BE653-B40F-894B-8B59-934880FCF4D3}">
      <dgm:prSet custT="1"/>
      <dgm:spPr/>
      <dgm:t>
        <a:bodyPr/>
        <a:lstStyle/>
        <a:p>
          <a:r>
            <a:rPr lang="en-GB" sz="1200" b="1" dirty="0" err="1"/>
            <a:t>Jeugd</a:t>
          </a:r>
          <a:endParaRPr lang="en-GB" sz="1200" b="1" dirty="0"/>
        </a:p>
      </dgm:t>
    </dgm:pt>
    <dgm:pt modelId="{C102FBB1-DFBD-8B46-90A7-343D351D1C62}" type="parTrans" cxnId="{FD7C8661-29FA-7E48-AA9F-6E65EE09DA2E}">
      <dgm:prSet/>
      <dgm:spPr/>
      <dgm:t>
        <a:bodyPr/>
        <a:lstStyle/>
        <a:p>
          <a:endParaRPr lang="en-GB" sz="1200"/>
        </a:p>
      </dgm:t>
    </dgm:pt>
    <dgm:pt modelId="{03BCCFF3-1A0F-1643-93C0-A98643573230}" type="sibTrans" cxnId="{FD7C8661-29FA-7E48-AA9F-6E65EE09DA2E}">
      <dgm:prSet/>
      <dgm:spPr/>
      <dgm:t>
        <a:bodyPr/>
        <a:lstStyle/>
        <a:p>
          <a:endParaRPr lang="en-GB"/>
        </a:p>
      </dgm:t>
    </dgm:pt>
    <dgm:pt modelId="{CDA62265-55EA-A248-9E03-1D8E59344AA4}">
      <dgm:prSet custT="1"/>
      <dgm:spPr/>
      <dgm:t>
        <a:bodyPr/>
        <a:lstStyle/>
        <a:p>
          <a:r>
            <a:rPr lang="en-GB" sz="1200" b="1" dirty="0" err="1"/>
            <a:t>Organisatie</a:t>
          </a:r>
          <a:endParaRPr lang="en-GB" sz="1200" b="1" dirty="0"/>
        </a:p>
      </dgm:t>
    </dgm:pt>
    <dgm:pt modelId="{2C39EE05-2B6A-0C41-AEA7-CA403648F36C}" type="parTrans" cxnId="{AB14F341-4202-0347-9D6C-9FCD239A655F}">
      <dgm:prSet/>
      <dgm:spPr/>
      <dgm:t>
        <a:bodyPr/>
        <a:lstStyle/>
        <a:p>
          <a:endParaRPr lang="en-GB" sz="1200"/>
        </a:p>
      </dgm:t>
    </dgm:pt>
    <dgm:pt modelId="{00BC025A-7FD8-B34E-A7BD-743379A492FE}" type="sibTrans" cxnId="{AB14F341-4202-0347-9D6C-9FCD239A655F}">
      <dgm:prSet/>
      <dgm:spPr/>
      <dgm:t>
        <a:bodyPr/>
        <a:lstStyle/>
        <a:p>
          <a:endParaRPr lang="en-GB"/>
        </a:p>
      </dgm:t>
    </dgm:pt>
    <dgm:pt modelId="{CA6F96B9-8EEA-1045-919E-0570EE069191}">
      <dgm:prSet custT="1"/>
      <dgm:spPr/>
      <dgm:t>
        <a:bodyPr/>
        <a:lstStyle/>
        <a:p>
          <a:r>
            <a:rPr lang="en-GB" sz="1200" b="1" dirty="0" err="1"/>
            <a:t>Communicatie</a:t>
          </a:r>
          <a:br>
            <a:rPr lang="en-GB" sz="1200" b="1" dirty="0"/>
          </a:br>
          <a:r>
            <a:rPr lang="en-GB" sz="1000" dirty="0"/>
            <a:t>Joel </a:t>
          </a:r>
          <a:r>
            <a:rPr lang="en-GB" sz="1000" dirty="0" err="1"/>
            <a:t>Bynens</a:t>
          </a:r>
          <a:br>
            <a:rPr lang="en-GB" sz="1000" dirty="0"/>
          </a:br>
          <a:r>
            <a:rPr lang="en-GB" sz="1000" dirty="0"/>
            <a:t>Maarten </a:t>
          </a:r>
          <a:r>
            <a:rPr lang="en-GB" sz="1000" dirty="0" err="1"/>
            <a:t>Cleeren</a:t>
          </a:r>
          <a:endParaRPr lang="en-GB" sz="1000" dirty="0"/>
        </a:p>
      </dgm:t>
    </dgm:pt>
    <dgm:pt modelId="{DE0B48A0-1033-7D42-8415-56029E7D32DC}" type="parTrans" cxnId="{801FBC03-D18A-6349-823F-553A6DEF5DFB}">
      <dgm:prSet/>
      <dgm:spPr/>
      <dgm:t>
        <a:bodyPr/>
        <a:lstStyle/>
        <a:p>
          <a:endParaRPr lang="en-GB" sz="1200"/>
        </a:p>
      </dgm:t>
    </dgm:pt>
    <dgm:pt modelId="{F19E7CBD-8DFE-E04C-B692-739B3C776B96}" type="sibTrans" cxnId="{801FBC03-D18A-6349-823F-553A6DEF5DFB}">
      <dgm:prSet/>
      <dgm:spPr/>
      <dgm:t>
        <a:bodyPr/>
        <a:lstStyle/>
        <a:p>
          <a:endParaRPr lang="en-GB"/>
        </a:p>
      </dgm:t>
    </dgm:pt>
    <dgm:pt modelId="{CCC52562-470A-6C4E-A224-42F0E7D9B8D1}">
      <dgm:prSet custT="1"/>
      <dgm:spPr/>
      <dgm:t>
        <a:bodyPr/>
        <a:lstStyle/>
        <a:p>
          <a:r>
            <a:rPr lang="en-GB" sz="1200" b="1" dirty="0"/>
            <a:t>Sport </a:t>
          </a:r>
          <a:r>
            <a:rPr lang="en-GB" sz="1200" b="1" dirty="0" err="1"/>
            <a:t>Technisch</a:t>
          </a:r>
          <a:br>
            <a:rPr lang="en-GB" sz="1200" dirty="0"/>
          </a:br>
          <a:r>
            <a:rPr lang="en-GB" sz="1000" dirty="0"/>
            <a:t>Jos </a:t>
          </a:r>
          <a:r>
            <a:rPr lang="en-GB" sz="1000" dirty="0" err="1"/>
            <a:t>Minten</a:t>
          </a:r>
          <a:br>
            <a:rPr lang="en-GB" sz="1000" dirty="0"/>
          </a:br>
          <a:r>
            <a:rPr lang="en-GB" sz="1000" dirty="0"/>
            <a:t>Bart </a:t>
          </a:r>
          <a:r>
            <a:rPr lang="en-GB" sz="1000" dirty="0" err="1"/>
            <a:t>Lenaerts</a:t>
          </a:r>
          <a:endParaRPr lang="en-GB" sz="1000" dirty="0"/>
        </a:p>
      </dgm:t>
    </dgm:pt>
    <dgm:pt modelId="{5143F49B-7F7B-B043-9585-2E06EFEB8E34}" type="parTrans" cxnId="{5A54FF65-12F8-F74A-9179-37A8A98EA716}">
      <dgm:prSet/>
      <dgm:spPr/>
      <dgm:t>
        <a:bodyPr/>
        <a:lstStyle/>
        <a:p>
          <a:endParaRPr lang="en-GB" sz="1200"/>
        </a:p>
      </dgm:t>
    </dgm:pt>
    <dgm:pt modelId="{106E3C87-96E4-8B4C-90F1-02AA6F4BB215}" type="sibTrans" cxnId="{5A54FF65-12F8-F74A-9179-37A8A98EA716}">
      <dgm:prSet/>
      <dgm:spPr/>
      <dgm:t>
        <a:bodyPr/>
        <a:lstStyle/>
        <a:p>
          <a:endParaRPr lang="en-GB"/>
        </a:p>
      </dgm:t>
    </dgm:pt>
    <dgm:pt modelId="{3D2961FB-1692-1246-AC22-67B7D67989FA}">
      <dgm:prSet custT="1"/>
      <dgm:spPr/>
      <dgm:t>
        <a:bodyPr/>
        <a:lstStyle/>
        <a:p>
          <a:r>
            <a:rPr lang="en-GB" sz="1200" b="1" dirty="0"/>
            <a:t>GC</a:t>
          </a:r>
          <a:br>
            <a:rPr lang="en-GB" sz="1200" dirty="0"/>
          </a:br>
          <a:r>
            <a:rPr lang="en-GB" sz="1000" dirty="0"/>
            <a:t>Gert </a:t>
          </a:r>
          <a:r>
            <a:rPr lang="en-GB" sz="1000" dirty="0" err="1"/>
            <a:t>Peremans</a:t>
          </a:r>
          <a:endParaRPr lang="en-GB" sz="1000" dirty="0"/>
        </a:p>
      </dgm:t>
    </dgm:pt>
    <dgm:pt modelId="{8377DAA3-B872-B241-B647-961698B86257}" type="parTrans" cxnId="{24C95A05-4DCB-2B4A-8C43-36600E3C45E9}">
      <dgm:prSet/>
      <dgm:spPr/>
      <dgm:t>
        <a:bodyPr/>
        <a:lstStyle/>
        <a:p>
          <a:endParaRPr lang="en-GB" sz="1200"/>
        </a:p>
      </dgm:t>
    </dgm:pt>
    <dgm:pt modelId="{A6C1B260-D750-C542-ABF0-75DAF8C357A3}" type="sibTrans" cxnId="{24C95A05-4DCB-2B4A-8C43-36600E3C45E9}">
      <dgm:prSet/>
      <dgm:spPr/>
      <dgm:t>
        <a:bodyPr/>
        <a:lstStyle/>
        <a:p>
          <a:endParaRPr lang="en-GB"/>
        </a:p>
      </dgm:t>
    </dgm:pt>
    <dgm:pt modelId="{D7B3A825-5D68-B54C-969B-211F9EDED762}">
      <dgm:prSet custT="1"/>
      <dgm:spPr/>
      <dgm:t>
        <a:bodyPr/>
        <a:lstStyle/>
        <a:p>
          <a:r>
            <a:rPr lang="en-GB" sz="1200" b="1" dirty="0" err="1"/>
            <a:t>Kledij</a:t>
          </a:r>
          <a:endParaRPr lang="en-GB" sz="1200" b="1"/>
        </a:p>
        <a:p>
          <a:br>
            <a:rPr lang="en-GB" sz="1200" dirty="0"/>
          </a:br>
          <a:r>
            <a:rPr lang="en-GB" sz="1000" dirty="0"/>
            <a:t>Lindsay </a:t>
          </a:r>
          <a:r>
            <a:rPr lang="en-GB" sz="1000" dirty="0" err="1"/>
            <a:t>serré</a:t>
          </a:r>
          <a:endParaRPr lang="en-GB" sz="1000" dirty="0"/>
        </a:p>
        <a:p>
          <a:r>
            <a:rPr lang="en-GB" sz="1000" dirty="0"/>
            <a:t>Cindy Vanheukelom</a:t>
          </a:r>
        </a:p>
      </dgm:t>
    </dgm:pt>
    <dgm:pt modelId="{8AE4FDAF-488C-3B4E-8C1F-52DC19212181}" type="parTrans" cxnId="{21D1185B-F861-A346-9F7F-70137B546BB1}">
      <dgm:prSet/>
      <dgm:spPr/>
      <dgm:t>
        <a:bodyPr/>
        <a:lstStyle/>
        <a:p>
          <a:endParaRPr lang="en-GB" sz="1200"/>
        </a:p>
      </dgm:t>
    </dgm:pt>
    <dgm:pt modelId="{255A6726-B6EC-8748-A790-D486DEA2ACA4}" type="sibTrans" cxnId="{21D1185B-F861-A346-9F7F-70137B546BB1}">
      <dgm:prSet/>
      <dgm:spPr/>
      <dgm:t>
        <a:bodyPr/>
        <a:lstStyle/>
        <a:p>
          <a:endParaRPr lang="en-GB"/>
        </a:p>
      </dgm:t>
    </dgm:pt>
    <dgm:pt modelId="{5320ABF2-0389-AB49-8632-0821E6959F8C}">
      <dgm:prSet custT="1"/>
      <dgm:spPr/>
      <dgm:t>
        <a:bodyPr/>
        <a:lstStyle/>
        <a:p>
          <a:r>
            <a:rPr lang="en-GB" sz="1200" b="1" dirty="0" err="1"/>
            <a:t>Bestuursleden</a:t>
          </a:r>
          <a:br>
            <a:rPr lang="en-GB" sz="1200" dirty="0"/>
          </a:br>
          <a:endParaRPr lang="en-GB" sz="1000" dirty="0"/>
        </a:p>
      </dgm:t>
    </dgm:pt>
    <dgm:pt modelId="{481345A1-C5B8-DB44-8388-1A5DC96B8ED9}" type="parTrans" cxnId="{6B3FA8A7-B6E2-7C45-BF69-B08BAF25CF07}">
      <dgm:prSet/>
      <dgm:spPr/>
      <dgm:t>
        <a:bodyPr/>
        <a:lstStyle/>
        <a:p>
          <a:endParaRPr lang="en-GB" sz="1200"/>
        </a:p>
      </dgm:t>
    </dgm:pt>
    <dgm:pt modelId="{00621A52-9B32-7045-ACDA-507F5718D807}" type="sibTrans" cxnId="{6B3FA8A7-B6E2-7C45-BF69-B08BAF25CF07}">
      <dgm:prSet/>
      <dgm:spPr/>
      <dgm:t>
        <a:bodyPr/>
        <a:lstStyle/>
        <a:p>
          <a:endParaRPr lang="en-GB"/>
        </a:p>
      </dgm:t>
    </dgm:pt>
    <dgm:pt modelId="{2E81FC21-6C7C-204E-85BB-4C174E730CA0}">
      <dgm:prSet custT="1"/>
      <dgm:spPr/>
      <dgm:t>
        <a:bodyPr/>
        <a:lstStyle/>
        <a:p>
          <a:r>
            <a:rPr lang="en-GB" sz="1200" b="1" dirty="0" err="1"/>
            <a:t>Activiteiten</a:t>
          </a:r>
          <a:endParaRPr lang="en-GB" sz="1200" b="1" dirty="0"/>
        </a:p>
        <a:p>
          <a:r>
            <a:rPr lang="en-GB" sz="1000" dirty="0"/>
            <a:t>Maarten </a:t>
          </a:r>
          <a:r>
            <a:rPr lang="en-GB" sz="1000" dirty="0" err="1"/>
            <a:t>Cleeren</a:t>
          </a:r>
          <a:br>
            <a:rPr lang="en-GB" sz="1000" dirty="0"/>
          </a:br>
          <a:r>
            <a:rPr lang="en-GB" sz="1000" dirty="0"/>
            <a:t>Wim </a:t>
          </a:r>
          <a:r>
            <a:rPr lang="en-GB" sz="1000" dirty="0" err="1"/>
            <a:t>Caremans</a:t>
          </a:r>
          <a:br>
            <a:rPr lang="en-GB" sz="1000" dirty="0"/>
          </a:br>
          <a:r>
            <a:rPr lang="en-GB" sz="1000" dirty="0"/>
            <a:t>Staf Vaes</a:t>
          </a:r>
          <a:br>
            <a:rPr lang="en-GB" sz="1000" dirty="0"/>
          </a:br>
          <a:r>
            <a:rPr lang="en-GB" sz="1000" dirty="0" err="1"/>
            <a:t>Robrecht</a:t>
          </a:r>
          <a:r>
            <a:rPr lang="en-GB" sz="1000" dirty="0"/>
            <a:t> Reynders</a:t>
          </a:r>
        </a:p>
      </dgm:t>
    </dgm:pt>
    <dgm:pt modelId="{39FBF8DA-AE59-8C49-A456-72B4D581042B}" type="parTrans" cxnId="{DE8237EA-6BAF-D145-9CE8-43EBEC9F7EBE}">
      <dgm:prSet/>
      <dgm:spPr/>
      <dgm:t>
        <a:bodyPr/>
        <a:lstStyle/>
        <a:p>
          <a:endParaRPr lang="en-GB" sz="1200"/>
        </a:p>
      </dgm:t>
    </dgm:pt>
    <dgm:pt modelId="{960EC80F-D661-A143-B462-BD01621D838A}" type="sibTrans" cxnId="{DE8237EA-6BAF-D145-9CE8-43EBEC9F7EBE}">
      <dgm:prSet/>
      <dgm:spPr/>
      <dgm:t>
        <a:bodyPr/>
        <a:lstStyle/>
        <a:p>
          <a:endParaRPr lang="en-GB"/>
        </a:p>
      </dgm:t>
    </dgm:pt>
    <dgm:pt modelId="{D5FF07A0-20A1-E94A-9B5C-4CF3823CA8E6}">
      <dgm:prSet custT="1"/>
      <dgm:spPr/>
      <dgm:t>
        <a:bodyPr/>
        <a:lstStyle/>
        <a:p>
          <a:r>
            <a:rPr lang="en-GB" sz="1200" b="1" dirty="0" err="1"/>
            <a:t>Logistiek</a:t>
          </a:r>
          <a:br>
            <a:rPr lang="en-GB" sz="1200" dirty="0"/>
          </a:br>
          <a:r>
            <a:rPr lang="en-GB" sz="1000" dirty="0"/>
            <a:t>Jos </a:t>
          </a:r>
          <a:r>
            <a:rPr lang="en-GB" sz="1000" dirty="0" err="1"/>
            <a:t>Minten</a:t>
          </a:r>
          <a:endParaRPr lang="en-GB" sz="1000" dirty="0"/>
        </a:p>
      </dgm:t>
    </dgm:pt>
    <dgm:pt modelId="{828347EE-F835-9746-BE45-25400D89E1A2}" type="parTrans" cxnId="{D5D9DEAA-CC2F-4C4B-968A-3239111EDE13}">
      <dgm:prSet/>
      <dgm:spPr/>
      <dgm:t>
        <a:bodyPr/>
        <a:lstStyle/>
        <a:p>
          <a:endParaRPr lang="en-GB" sz="1200"/>
        </a:p>
      </dgm:t>
    </dgm:pt>
    <dgm:pt modelId="{768F9EAE-1A2B-9D41-9AC6-28A144D4986E}" type="sibTrans" cxnId="{D5D9DEAA-CC2F-4C4B-968A-3239111EDE13}">
      <dgm:prSet/>
      <dgm:spPr/>
      <dgm:t>
        <a:bodyPr/>
        <a:lstStyle/>
        <a:p>
          <a:endParaRPr lang="en-GB"/>
        </a:p>
      </dgm:t>
    </dgm:pt>
    <dgm:pt modelId="{EBE6A0D5-D97F-5143-8312-3C9CA2C42921}">
      <dgm:prSet custT="1"/>
      <dgm:spPr/>
      <dgm:t>
        <a:bodyPr/>
        <a:lstStyle/>
        <a:p>
          <a:r>
            <a:rPr lang="en-GB" sz="1200" b="1" dirty="0"/>
            <a:t>Sponsoring</a:t>
          </a:r>
          <a:br>
            <a:rPr lang="en-GB" sz="1200" dirty="0"/>
          </a:br>
          <a:endParaRPr lang="en-GB" sz="1200" dirty="0"/>
        </a:p>
      </dgm:t>
    </dgm:pt>
    <dgm:pt modelId="{A7B2E7A3-8C16-F64D-81D7-16472EC9B37B}" type="sibTrans" cxnId="{057D8DDB-C186-424E-A7AD-6DA5CC919292}">
      <dgm:prSet/>
      <dgm:spPr/>
      <dgm:t>
        <a:bodyPr/>
        <a:lstStyle/>
        <a:p>
          <a:endParaRPr lang="en-GB"/>
        </a:p>
      </dgm:t>
    </dgm:pt>
    <dgm:pt modelId="{010FA890-F340-0145-B4B4-75337EF88A37}" type="parTrans" cxnId="{057D8DDB-C186-424E-A7AD-6DA5CC919292}">
      <dgm:prSet/>
      <dgm:spPr/>
      <dgm:t>
        <a:bodyPr/>
        <a:lstStyle/>
        <a:p>
          <a:endParaRPr lang="en-GB" sz="1200"/>
        </a:p>
      </dgm:t>
    </dgm:pt>
    <dgm:pt modelId="{51B5D61B-0476-AC41-B815-F0985AC71DB6}">
      <dgm:prSet custT="1"/>
      <dgm:spPr/>
      <dgm:t>
        <a:bodyPr/>
        <a:lstStyle/>
        <a:p>
          <a:r>
            <a:rPr lang="en-GB" sz="1200" b="1" dirty="0"/>
            <a:t>Sponsoring</a:t>
          </a:r>
          <a:br>
            <a:rPr lang="en-GB" sz="1200" dirty="0"/>
          </a:br>
          <a:r>
            <a:rPr lang="en-GB" sz="1000" dirty="0"/>
            <a:t>Gert </a:t>
          </a:r>
          <a:r>
            <a:rPr lang="en-GB" sz="1000" dirty="0" err="1"/>
            <a:t>Peremans</a:t>
          </a:r>
          <a:endParaRPr lang="en-GB" sz="1000" dirty="0"/>
        </a:p>
      </dgm:t>
    </dgm:pt>
    <dgm:pt modelId="{E8122730-858B-9443-8101-C162E8A055C7}" type="parTrans" cxnId="{67169ACD-2C03-9344-93AB-1B04AA5F453C}">
      <dgm:prSet/>
      <dgm:spPr/>
      <dgm:t>
        <a:bodyPr/>
        <a:lstStyle/>
        <a:p>
          <a:endParaRPr lang="en-GB" sz="1200"/>
        </a:p>
      </dgm:t>
    </dgm:pt>
    <dgm:pt modelId="{7354C7FE-CC33-D947-8F31-B222C11ECB57}" type="sibTrans" cxnId="{67169ACD-2C03-9344-93AB-1B04AA5F453C}">
      <dgm:prSet/>
      <dgm:spPr/>
      <dgm:t>
        <a:bodyPr/>
        <a:lstStyle/>
        <a:p>
          <a:endParaRPr lang="en-GB"/>
        </a:p>
      </dgm:t>
    </dgm:pt>
    <dgm:pt modelId="{D05B5770-22EB-0943-BF5F-BE92A519EA3A}">
      <dgm:prSet custT="1"/>
      <dgm:spPr/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 err="1">
              <a:latin typeface="Calibri" panose="020F0502020204030204"/>
              <a:ea typeface="+mn-ea"/>
              <a:cs typeface="+mn-cs"/>
            </a:rPr>
            <a:t>Financieel</a:t>
          </a:r>
          <a:br>
            <a:rPr lang="en-GB" sz="1200" kern="1200" dirty="0">
              <a:latin typeface="Calibri" panose="020F0502020204030204"/>
              <a:ea typeface="+mn-ea"/>
              <a:cs typeface="+mn-cs"/>
            </a:rPr>
          </a:br>
          <a:r>
            <a:rPr lang="en-GB" sz="1000" kern="1200" dirty="0">
              <a:latin typeface="Calibri" panose="020F0502020204030204"/>
              <a:ea typeface="+mn-ea"/>
              <a:cs typeface="+mn-cs"/>
            </a:rPr>
            <a:t>Yves Frenay</a:t>
          </a:r>
        </a:p>
      </dgm:t>
    </dgm:pt>
    <dgm:pt modelId="{044D6184-D606-C74B-8D96-A7D7D244FEFE}" type="parTrans" cxnId="{CC4C796A-23DB-9048-9E2F-DFAD6F85A41A}">
      <dgm:prSet/>
      <dgm:spPr/>
      <dgm:t>
        <a:bodyPr/>
        <a:lstStyle/>
        <a:p>
          <a:endParaRPr lang="en-GB"/>
        </a:p>
      </dgm:t>
    </dgm:pt>
    <dgm:pt modelId="{5C053CBA-CB25-D540-813B-8D998D112A19}" type="sibTrans" cxnId="{CC4C796A-23DB-9048-9E2F-DFAD6F85A41A}">
      <dgm:prSet/>
      <dgm:spPr/>
      <dgm:t>
        <a:bodyPr/>
        <a:lstStyle/>
        <a:p>
          <a:endParaRPr lang="en-GB"/>
        </a:p>
      </dgm:t>
    </dgm:pt>
    <dgm:pt modelId="{CE894C20-8D84-764E-9049-A61CCDAE452A}">
      <dgm:prSet custT="1"/>
      <dgm:spPr/>
      <dgm:t>
        <a:bodyPr/>
        <a:lstStyle/>
        <a:p>
          <a:r>
            <a:rPr lang="en-GB" sz="1200" b="1" dirty="0" err="1"/>
            <a:t>Medisch</a:t>
          </a:r>
          <a:br>
            <a:rPr lang="en-GB" sz="1400" dirty="0"/>
          </a:br>
          <a:r>
            <a:rPr lang="en-GB" sz="1000" dirty="0" err="1"/>
            <a:t>Robrecht</a:t>
          </a:r>
          <a:r>
            <a:rPr lang="en-GB" sz="1000" dirty="0"/>
            <a:t> Reynders</a:t>
          </a:r>
        </a:p>
      </dgm:t>
    </dgm:pt>
    <dgm:pt modelId="{1A246BBD-962D-554A-B9EE-F6395C2226B1}" type="parTrans" cxnId="{D5E85FD4-73C9-6341-A52B-FF5B157EE422}">
      <dgm:prSet/>
      <dgm:spPr/>
      <dgm:t>
        <a:bodyPr/>
        <a:lstStyle/>
        <a:p>
          <a:endParaRPr lang="en-GB"/>
        </a:p>
      </dgm:t>
    </dgm:pt>
    <dgm:pt modelId="{997877F8-A830-224B-8CEC-173499C6F482}" type="sibTrans" cxnId="{D5E85FD4-73C9-6341-A52B-FF5B157EE422}">
      <dgm:prSet/>
      <dgm:spPr/>
      <dgm:t>
        <a:bodyPr/>
        <a:lstStyle/>
        <a:p>
          <a:endParaRPr lang="en-GB"/>
        </a:p>
      </dgm:t>
    </dgm:pt>
    <dgm:pt modelId="{0FE8A77E-1347-994C-87EA-6408B9C098F5}">
      <dgm:prSet custT="1"/>
      <dgm:spPr/>
      <dgm:t>
        <a:bodyPr/>
        <a:lstStyle/>
        <a:p>
          <a:r>
            <a:rPr lang="en-GB" sz="1200" b="1" dirty="0"/>
            <a:t>API</a:t>
          </a:r>
          <a:br>
            <a:rPr lang="en-GB" sz="1400" dirty="0"/>
          </a:br>
          <a:r>
            <a:rPr lang="en-GB" sz="1000" dirty="0" err="1"/>
            <a:t>Lincy</a:t>
          </a:r>
          <a:r>
            <a:rPr lang="en-GB" sz="1000" dirty="0"/>
            <a:t> </a:t>
          </a:r>
          <a:r>
            <a:rPr lang="en-GB" sz="1000" dirty="0" err="1"/>
            <a:t>Mechelmans</a:t>
          </a:r>
          <a:endParaRPr lang="en-GB" sz="1000" dirty="0"/>
        </a:p>
      </dgm:t>
    </dgm:pt>
    <dgm:pt modelId="{653528DB-F126-E14D-9219-63F00E45201B}" type="parTrans" cxnId="{675E2FD1-F855-C34F-81D2-E9EFC0F47895}">
      <dgm:prSet/>
      <dgm:spPr/>
      <dgm:t>
        <a:bodyPr/>
        <a:lstStyle/>
        <a:p>
          <a:endParaRPr lang="en-GB"/>
        </a:p>
      </dgm:t>
    </dgm:pt>
    <dgm:pt modelId="{52FF7FA6-4452-C04E-BDC7-6D69920200F9}" type="sibTrans" cxnId="{675E2FD1-F855-C34F-81D2-E9EFC0F47895}">
      <dgm:prSet/>
      <dgm:spPr/>
      <dgm:t>
        <a:bodyPr/>
        <a:lstStyle/>
        <a:p>
          <a:endParaRPr lang="en-GB"/>
        </a:p>
      </dgm:t>
    </dgm:pt>
    <dgm:pt modelId="{31AD02C2-EB00-9543-9069-6EE0D83CB809}">
      <dgm:prSet custT="1"/>
      <dgm:spPr/>
      <dgm:t>
        <a:bodyPr/>
        <a:lstStyle/>
        <a:p>
          <a:r>
            <a:rPr lang="en-GB" sz="1200" b="1" dirty="0" err="1"/>
            <a:t>Uitgebreid</a:t>
          </a:r>
          <a:r>
            <a:rPr lang="en-GB" sz="1200" b="1" dirty="0"/>
            <a:t> </a:t>
          </a:r>
          <a:r>
            <a:rPr lang="en-GB" sz="1200" b="1" dirty="0" err="1"/>
            <a:t>Bestuur</a:t>
          </a:r>
          <a:br>
            <a:rPr lang="en-GB" sz="900" dirty="0"/>
          </a:br>
          <a:r>
            <a:rPr lang="en-GB" sz="900" dirty="0"/>
            <a:t>Jos </a:t>
          </a:r>
          <a:r>
            <a:rPr lang="en-GB" sz="900" dirty="0" err="1"/>
            <a:t>Keldermans</a:t>
          </a:r>
          <a:br>
            <a:rPr lang="en-GB" sz="900" dirty="0"/>
          </a:br>
          <a:r>
            <a:rPr lang="en-GB" sz="900" dirty="0"/>
            <a:t>Ivo Reynders</a:t>
          </a:r>
          <a:br>
            <a:rPr lang="en-GB" sz="900" dirty="0"/>
          </a:br>
          <a:endParaRPr lang="en-GB" sz="900" dirty="0"/>
        </a:p>
      </dgm:t>
    </dgm:pt>
    <dgm:pt modelId="{AF3AFB9A-5BB3-8C4A-A0D8-06857916EE32}" type="parTrans" cxnId="{93BFCB0C-FCB3-BA46-987F-E97868F90623}">
      <dgm:prSet/>
      <dgm:spPr/>
      <dgm:t>
        <a:bodyPr/>
        <a:lstStyle/>
        <a:p>
          <a:endParaRPr lang="en-GB"/>
        </a:p>
      </dgm:t>
    </dgm:pt>
    <dgm:pt modelId="{D5419A52-408F-394C-8C33-D5E71A209F16}" type="sibTrans" cxnId="{93BFCB0C-FCB3-BA46-987F-E97868F90623}">
      <dgm:prSet/>
      <dgm:spPr/>
      <dgm:t>
        <a:bodyPr/>
        <a:lstStyle/>
        <a:p>
          <a:endParaRPr lang="en-GB"/>
        </a:p>
      </dgm:t>
    </dgm:pt>
    <dgm:pt modelId="{B2E44262-5868-674C-87BA-28C835EA2CCC}">
      <dgm:prSet custT="1"/>
      <dgm:spPr/>
      <dgm:t>
        <a:bodyPr/>
        <a:lstStyle/>
        <a:p>
          <a:r>
            <a:rPr lang="en-GB" sz="1200" b="1" dirty="0"/>
            <a:t>Senior </a:t>
          </a:r>
          <a:r>
            <a:rPr lang="en-GB" sz="1200" b="1" dirty="0" err="1"/>
            <a:t>Ploegen</a:t>
          </a:r>
          <a:endParaRPr lang="en-GB" sz="1200" b="1" dirty="0"/>
        </a:p>
        <a:p>
          <a:r>
            <a:rPr lang="en-GB" sz="1000" dirty="0"/>
            <a:t>Ramon Fernandez</a:t>
          </a:r>
        </a:p>
      </dgm:t>
    </dgm:pt>
    <dgm:pt modelId="{8D51C905-D1C9-7E42-B683-4FE65AD63FB0}" type="parTrans" cxnId="{CE8569B3-4F47-A541-884C-51C35ABD58AF}">
      <dgm:prSet/>
      <dgm:spPr/>
      <dgm:t>
        <a:bodyPr/>
        <a:lstStyle/>
        <a:p>
          <a:endParaRPr lang="en-GB"/>
        </a:p>
      </dgm:t>
    </dgm:pt>
    <dgm:pt modelId="{64AD67D5-0156-AA4F-A7C2-D443BA78B24D}" type="sibTrans" cxnId="{CE8569B3-4F47-A541-884C-51C35ABD58AF}">
      <dgm:prSet/>
      <dgm:spPr/>
      <dgm:t>
        <a:bodyPr/>
        <a:lstStyle/>
        <a:p>
          <a:endParaRPr lang="en-GB"/>
        </a:p>
      </dgm:t>
    </dgm:pt>
    <dgm:pt modelId="{7B5272EE-4CE7-2841-AA63-92B4ABE275DB}">
      <dgm:prSet custT="1"/>
      <dgm:spPr/>
      <dgm:t>
        <a:bodyPr/>
        <a:lstStyle/>
        <a:p>
          <a:pPr marL="0"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Dames </a:t>
          </a:r>
          <a:r>
            <a:rPr lang="en-GB" sz="1200" b="1" kern="1200" dirty="0" err="1"/>
            <a:t>Ploegen</a:t>
          </a:r>
          <a:endParaRPr lang="en-GB" sz="1200" b="1" kern="1200" dirty="0"/>
        </a:p>
        <a:p>
          <a:pPr marL="0"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Ben Jouck</a:t>
          </a:r>
          <a:br>
            <a:rPr lang="en-GB" sz="1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</a:br>
          <a:r>
            <a:rPr lang="en-GB" sz="1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Frank </a:t>
          </a:r>
          <a:r>
            <a:rPr lang="en-GB" sz="10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Schroyen</a:t>
          </a:r>
          <a:endParaRPr lang="en-GB" sz="1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CA6C0B6F-CB33-6840-9E57-B71BE21C912B}" type="parTrans" cxnId="{B59ECE05-2037-A64C-8AAF-4251EDE524A2}">
      <dgm:prSet/>
      <dgm:spPr/>
      <dgm:t>
        <a:bodyPr/>
        <a:lstStyle/>
        <a:p>
          <a:endParaRPr lang="en-GB"/>
        </a:p>
      </dgm:t>
    </dgm:pt>
    <dgm:pt modelId="{AE6BF0C7-CB32-E64B-8511-A4FDF662AC55}" type="sibTrans" cxnId="{B59ECE05-2037-A64C-8AAF-4251EDE524A2}">
      <dgm:prSet/>
      <dgm:spPr/>
      <dgm:t>
        <a:bodyPr/>
        <a:lstStyle/>
        <a:p>
          <a:endParaRPr lang="en-GB"/>
        </a:p>
      </dgm:t>
    </dgm:pt>
    <dgm:pt modelId="{3FBB9302-0BFF-834A-A528-0EE35A039D2E}">
      <dgm:prSet custT="1"/>
      <dgm:spPr/>
      <dgm:t>
        <a:bodyPr/>
        <a:lstStyle/>
        <a:p>
          <a:r>
            <a:rPr lang="en-GB" sz="1200" b="1" dirty="0"/>
            <a:t>TVJO</a:t>
          </a:r>
          <a:br>
            <a:rPr lang="en-GB" sz="2100" dirty="0"/>
          </a:br>
          <a:endParaRPr lang="en-GB" sz="1000" dirty="0"/>
        </a:p>
      </dgm:t>
    </dgm:pt>
    <dgm:pt modelId="{754293F2-2437-084B-AE40-CFC92074BF9C}" type="parTrans" cxnId="{4FE7B292-C073-A449-A4F5-A7D6C19D550C}">
      <dgm:prSet/>
      <dgm:spPr/>
      <dgm:t>
        <a:bodyPr/>
        <a:lstStyle/>
        <a:p>
          <a:endParaRPr lang="en-GB"/>
        </a:p>
      </dgm:t>
    </dgm:pt>
    <dgm:pt modelId="{EFD45A15-802F-FC4F-A85B-88BC137D5656}" type="sibTrans" cxnId="{4FE7B292-C073-A449-A4F5-A7D6C19D550C}">
      <dgm:prSet/>
      <dgm:spPr/>
      <dgm:t>
        <a:bodyPr/>
        <a:lstStyle/>
        <a:p>
          <a:endParaRPr lang="en-GB"/>
        </a:p>
      </dgm:t>
    </dgm:pt>
    <dgm:pt modelId="{1E88965B-7E6F-0C49-9CB4-73EF5F249786}">
      <dgm:prSet custT="1"/>
      <dgm:spPr/>
      <dgm:t>
        <a:bodyPr/>
        <a:lstStyle/>
        <a:p>
          <a:r>
            <a:rPr lang="en-GB" sz="1200" b="1" dirty="0"/>
            <a:t>Post </a:t>
          </a:r>
          <a:r>
            <a:rPr lang="en-GB" sz="1200" b="1" dirty="0" err="1"/>
            <a:t>Formatie</a:t>
          </a:r>
          <a:br>
            <a:rPr lang="en-GB" sz="2100" dirty="0"/>
          </a:br>
          <a:r>
            <a:rPr lang="en-GB" sz="1000" dirty="0"/>
            <a:t>Kristof </a:t>
          </a:r>
          <a:r>
            <a:rPr lang="en-GB" sz="1000" dirty="0" err="1"/>
            <a:t>Baeten</a:t>
          </a:r>
          <a:br>
            <a:rPr lang="en-GB" sz="1000" dirty="0"/>
          </a:br>
          <a:r>
            <a:rPr lang="en-GB" sz="1000" dirty="0"/>
            <a:t>Staf Vaes</a:t>
          </a:r>
        </a:p>
      </dgm:t>
    </dgm:pt>
    <dgm:pt modelId="{4DD81797-D639-5841-80E6-A2D8973C4D2F}" type="parTrans" cxnId="{7905AF8C-9181-9048-9120-A9D268DA6866}">
      <dgm:prSet/>
      <dgm:spPr/>
      <dgm:t>
        <a:bodyPr/>
        <a:lstStyle/>
        <a:p>
          <a:endParaRPr lang="en-GB"/>
        </a:p>
      </dgm:t>
    </dgm:pt>
    <dgm:pt modelId="{1612E9C5-637A-1445-B88F-FC73484C68FC}" type="sibTrans" cxnId="{7905AF8C-9181-9048-9120-A9D268DA6866}">
      <dgm:prSet/>
      <dgm:spPr/>
      <dgm:t>
        <a:bodyPr/>
        <a:lstStyle/>
        <a:p>
          <a:endParaRPr lang="en-GB"/>
        </a:p>
      </dgm:t>
    </dgm:pt>
    <dgm:pt modelId="{4EFA8970-6A96-AB49-B3EA-15A4A78FC934}">
      <dgm:prSet custT="1"/>
      <dgm:spPr/>
      <dgm:t>
        <a:bodyPr/>
        <a:lstStyle/>
        <a:p>
          <a:r>
            <a:rPr lang="en-GB" sz="1200" b="1" dirty="0" err="1"/>
            <a:t>Scheidsrechters</a:t>
          </a:r>
          <a:br>
            <a:rPr lang="en-GB" sz="1600" dirty="0"/>
          </a:br>
          <a:r>
            <a:rPr lang="en-GB" sz="1000" dirty="0"/>
            <a:t>Staf Vaes</a:t>
          </a:r>
        </a:p>
        <a:p>
          <a:r>
            <a:rPr lang="en-GB" sz="1000" dirty="0"/>
            <a:t>Referee Ambassador</a:t>
          </a:r>
        </a:p>
      </dgm:t>
    </dgm:pt>
    <dgm:pt modelId="{99921C08-7659-224F-98EC-D6DC89FA6DB8}" type="parTrans" cxnId="{36356F25-80A6-3841-9A6E-12EF697650A4}">
      <dgm:prSet/>
      <dgm:spPr/>
      <dgm:t>
        <a:bodyPr/>
        <a:lstStyle/>
        <a:p>
          <a:endParaRPr lang="en-GB"/>
        </a:p>
      </dgm:t>
    </dgm:pt>
    <dgm:pt modelId="{1F01406D-673D-284F-AFDF-23C9BD5E4F7D}" type="sibTrans" cxnId="{36356F25-80A6-3841-9A6E-12EF697650A4}">
      <dgm:prSet/>
      <dgm:spPr/>
      <dgm:t>
        <a:bodyPr/>
        <a:lstStyle/>
        <a:p>
          <a:endParaRPr lang="en-GB"/>
        </a:p>
      </dgm:t>
    </dgm:pt>
    <dgm:pt modelId="{C4C34771-3CF8-334A-8DFD-02F19CDE461F}">
      <dgm:prSet custT="1"/>
      <dgm:spPr/>
      <dgm:t>
        <a:bodyPr/>
        <a:lstStyle/>
        <a:p>
          <a:r>
            <a:rPr lang="en-GB" sz="1200" b="1" dirty="0"/>
            <a:t>Keepers</a:t>
          </a:r>
          <a:br>
            <a:rPr lang="en-GB" sz="2100" dirty="0"/>
          </a:br>
          <a:r>
            <a:rPr lang="en-GB" sz="1000" dirty="0"/>
            <a:t>Steven B</a:t>
          </a:r>
        </a:p>
      </dgm:t>
    </dgm:pt>
    <dgm:pt modelId="{FDA9E348-402E-1549-92E7-5EA058856560}" type="parTrans" cxnId="{F27AF264-8DCF-0747-9745-59223DDCD7B8}">
      <dgm:prSet/>
      <dgm:spPr/>
      <dgm:t>
        <a:bodyPr/>
        <a:lstStyle/>
        <a:p>
          <a:endParaRPr lang="en-GB"/>
        </a:p>
      </dgm:t>
    </dgm:pt>
    <dgm:pt modelId="{F0966530-D490-4547-8F5F-D036DA538523}" type="sibTrans" cxnId="{F27AF264-8DCF-0747-9745-59223DDCD7B8}">
      <dgm:prSet/>
      <dgm:spPr/>
      <dgm:t>
        <a:bodyPr/>
        <a:lstStyle/>
        <a:p>
          <a:endParaRPr lang="en-GB"/>
        </a:p>
      </dgm:t>
    </dgm:pt>
    <dgm:pt modelId="{F84A1817-EA26-B246-9788-4BD82E068174}" type="pres">
      <dgm:prSet presAssocID="{E5D557BB-500C-304D-92D3-FFA1271FAE8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F3DE963-446E-0E48-95D2-F8A1EFFD33A2}" type="pres">
      <dgm:prSet presAssocID="{BE0702A0-8D44-0844-AC02-6C8DD6B83812}" presName="hierRoot1" presStyleCnt="0">
        <dgm:presLayoutVars>
          <dgm:hierBranch val="init"/>
        </dgm:presLayoutVars>
      </dgm:prSet>
      <dgm:spPr/>
    </dgm:pt>
    <dgm:pt modelId="{CCBDF2C1-473F-9E48-9C19-8D8D1F25D13B}" type="pres">
      <dgm:prSet presAssocID="{BE0702A0-8D44-0844-AC02-6C8DD6B83812}" presName="rootComposite1" presStyleCnt="0"/>
      <dgm:spPr/>
    </dgm:pt>
    <dgm:pt modelId="{46DD6DA6-B511-3744-89CE-CFB41FDC1E5D}" type="pres">
      <dgm:prSet presAssocID="{BE0702A0-8D44-0844-AC02-6C8DD6B83812}" presName="rootText1" presStyleLbl="node0" presStyleIdx="0" presStyleCnt="1">
        <dgm:presLayoutVars>
          <dgm:chPref val="3"/>
        </dgm:presLayoutVars>
      </dgm:prSet>
      <dgm:spPr/>
    </dgm:pt>
    <dgm:pt modelId="{45FE7A74-DAB0-6E4F-BACA-EF76A484D2DA}" type="pres">
      <dgm:prSet presAssocID="{BE0702A0-8D44-0844-AC02-6C8DD6B83812}" presName="rootConnector1" presStyleLbl="node1" presStyleIdx="0" presStyleCnt="0"/>
      <dgm:spPr/>
    </dgm:pt>
    <dgm:pt modelId="{9D7E69BD-55E9-5D48-9336-171E02863588}" type="pres">
      <dgm:prSet presAssocID="{BE0702A0-8D44-0844-AC02-6C8DD6B83812}" presName="hierChild2" presStyleCnt="0"/>
      <dgm:spPr/>
    </dgm:pt>
    <dgm:pt modelId="{26C4E009-08C9-C04C-9EC8-CD1A22CA66BB}" type="pres">
      <dgm:prSet presAssocID="{B6CFC0A6-DD0A-F049-8EFA-F200143B41BD}" presName="Name37" presStyleLbl="parChTrans1D2" presStyleIdx="0" presStyleCnt="1"/>
      <dgm:spPr/>
    </dgm:pt>
    <dgm:pt modelId="{1044A325-7212-7B4D-97BE-39382FC3BAEA}" type="pres">
      <dgm:prSet presAssocID="{FA43056E-CE14-0046-A85B-9B5D95617F3E}" presName="hierRoot2" presStyleCnt="0">
        <dgm:presLayoutVars>
          <dgm:hierBranch val="init"/>
        </dgm:presLayoutVars>
      </dgm:prSet>
      <dgm:spPr/>
    </dgm:pt>
    <dgm:pt modelId="{6E1472FA-2D6B-AC46-B997-F320161CF5E4}" type="pres">
      <dgm:prSet presAssocID="{FA43056E-CE14-0046-A85B-9B5D95617F3E}" presName="rootComposite" presStyleCnt="0"/>
      <dgm:spPr/>
    </dgm:pt>
    <dgm:pt modelId="{1169DE99-6755-5743-B76B-47C23C2290EC}" type="pres">
      <dgm:prSet presAssocID="{FA43056E-CE14-0046-A85B-9B5D95617F3E}" presName="rootText" presStyleLbl="node2" presStyleIdx="0" presStyleCnt="1">
        <dgm:presLayoutVars>
          <dgm:chPref val="3"/>
        </dgm:presLayoutVars>
      </dgm:prSet>
      <dgm:spPr/>
    </dgm:pt>
    <dgm:pt modelId="{BAFE2F17-294E-BF4C-BB51-6690A33E96BD}" type="pres">
      <dgm:prSet presAssocID="{FA43056E-CE14-0046-A85B-9B5D95617F3E}" presName="rootConnector" presStyleLbl="node2" presStyleIdx="0" presStyleCnt="1"/>
      <dgm:spPr/>
    </dgm:pt>
    <dgm:pt modelId="{46E9AAFC-537D-F94A-B153-30850302519A}" type="pres">
      <dgm:prSet presAssocID="{FA43056E-CE14-0046-A85B-9B5D95617F3E}" presName="hierChild4" presStyleCnt="0"/>
      <dgm:spPr/>
    </dgm:pt>
    <dgm:pt modelId="{B2BDA66D-F2A9-4C46-A725-48B7C3F2A4EE}" type="pres">
      <dgm:prSet presAssocID="{C608DDB3-9B87-E840-9EA6-D8DDB545AF7E}" presName="Name37" presStyleLbl="parChTrans1D3" presStyleIdx="0" presStyleCnt="1"/>
      <dgm:spPr/>
    </dgm:pt>
    <dgm:pt modelId="{307A545A-2815-6547-8402-5A3796EF9E82}" type="pres">
      <dgm:prSet presAssocID="{04E14927-B148-7C4C-868D-C9CA3CAC3B37}" presName="hierRoot2" presStyleCnt="0">
        <dgm:presLayoutVars>
          <dgm:hierBranch val="init"/>
        </dgm:presLayoutVars>
      </dgm:prSet>
      <dgm:spPr/>
    </dgm:pt>
    <dgm:pt modelId="{41D33DEA-D480-A648-AE51-DDF2DFAC73C0}" type="pres">
      <dgm:prSet presAssocID="{04E14927-B148-7C4C-868D-C9CA3CAC3B37}" presName="rootComposite" presStyleCnt="0"/>
      <dgm:spPr/>
    </dgm:pt>
    <dgm:pt modelId="{F31CB23C-C537-DB4F-B57F-EF88E590B348}" type="pres">
      <dgm:prSet presAssocID="{04E14927-B148-7C4C-868D-C9CA3CAC3B37}" presName="rootText" presStyleLbl="node3" presStyleIdx="0" presStyleCnt="1">
        <dgm:presLayoutVars>
          <dgm:chPref val="3"/>
        </dgm:presLayoutVars>
      </dgm:prSet>
      <dgm:spPr/>
    </dgm:pt>
    <dgm:pt modelId="{7AC84FA2-F0DE-F74D-92F1-FC39348EEB30}" type="pres">
      <dgm:prSet presAssocID="{04E14927-B148-7C4C-868D-C9CA3CAC3B37}" presName="rootConnector" presStyleLbl="node3" presStyleIdx="0" presStyleCnt="1"/>
      <dgm:spPr/>
    </dgm:pt>
    <dgm:pt modelId="{5B05F7D4-7028-C24A-9A5C-8E2944987984}" type="pres">
      <dgm:prSet presAssocID="{04E14927-B148-7C4C-868D-C9CA3CAC3B37}" presName="hierChild4" presStyleCnt="0"/>
      <dgm:spPr/>
    </dgm:pt>
    <dgm:pt modelId="{92B027C2-54FB-3F4F-82D3-601BC498860B}" type="pres">
      <dgm:prSet presAssocID="{C102FBB1-DFBD-8B46-90A7-343D351D1C62}" presName="Name37" presStyleLbl="parChTrans1D4" presStyleIdx="0" presStyleCnt="21"/>
      <dgm:spPr/>
    </dgm:pt>
    <dgm:pt modelId="{1897DAE2-474F-1047-86AB-732B782773AC}" type="pres">
      <dgm:prSet presAssocID="{170BE653-B40F-894B-8B59-934880FCF4D3}" presName="hierRoot2" presStyleCnt="0">
        <dgm:presLayoutVars>
          <dgm:hierBranch val="init"/>
        </dgm:presLayoutVars>
      </dgm:prSet>
      <dgm:spPr/>
    </dgm:pt>
    <dgm:pt modelId="{DB23183E-A740-5840-832D-1C9E94A31D36}" type="pres">
      <dgm:prSet presAssocID="{170BE653-B40F-894B-8B59-934880FCF4D3}" presName="rootComposite" presStyleCnt="0"/>
      <dgm:spPr/>
    </dgm:pt>
    <dgm:pt modelId="{3A7D69FD-377C-7740-AEB0-9AA97C92CFBD}" type="pres">
      <dgm:prSet presAssocID="{170BE653-B40F-894B-8B59-934880FCF4D3}" presName="rootText" presStyleLbl="node4" presStyleIdx="0" presStyleCnt="21">
        <dgm:presLayoutVars>
          <dgm:chPref val="3"/>
        </dgm:presLayoutVars>
      </dgm:prSet>
      <dgm:spPr/>
    </dgm:pt>
    <dgm:pt modelId="{F45B6911-F1E9-544A-B1C6-B024B4A3E1EC}" type="pres">
      <dgm:prSet presAssocID="{170BE653-B40F-894B-8B59-934880FCF4D3}" presName="rootConnector" presStyleLbl="node4" presStyleIdx="0" presStyleCnt="21"/>
      <dgm:spPr/>
    </dgm:pt>
    <dgm:pt modelId="{560A43A5-D461-BC45-934E-381A0E3A10F7}" type="pres">
      <dgm:prSet presAssocID="{170BE653-B40F-894B-8B59-934880FCF4D3}" presName="hierChild4" presStyleCnt="0"/>
      <dgm:spPr/>
    </dgm:pt>
    <dgm:pt modelId="{ABDBA0A6-D6A2-B349-927E-1068EABB8BF3}" type="pres">
      <dgm:prSet presAssocID="{8AE4FDAF-488C-3B4E-8C1F-52DC19212181}" presName="Name37" presStyleLbl="parChTrans1D4" presStyleIdx="1" presStyleCnt="21"/>
      <dgm:spPr/>
    </dgm:pt>
    <dgm:pt modelId="{AA8CE206-8A3E-CA4A-A13E-DB08E97BF392}" type="pres">
      <dgm:prSet presAssocID="{D7B3A825-5D68-B54C-969B-211F9EDED762}" presName="hierRoot2" presStyleCnt="0">
        <dgm:presLayoutVars>
          <dgm:hierBranch val="init"/>
        </dgm:presLayoutVars>
      </dgm:prSet>
      <dgm:spPr/>
    </dgm:pt>
    <dgm:pt modelId="{607342C2-27EF-1E42-A5F1-A06D05237F7B}" type="pres">
      <dgm:prSet presAssocID="{D7B3A825-5D68-B54C-969B-211F9EDED762}" presName="rootComposite" presStyleCnt="0"/>
      <dgm:spPr/>
    </dgm:pt>
    <dgm:pt modelId="{43F232FD-6FAB-2E44-BE0C-7CE6418D7E89}" type="pres">
      <dgm:prSet presAssocID="{D7B3A825-5D68-B54C-969B-211F9EDED762}" presName="rootText" presStyleLbl="node4" presStyleIdx="1" presStyleCnt="21">
        <dgm:presLayoutVars>
          <dgm:chPref val="3"/>
        </dgm:presLayoutVars>
      </dgm:prSet>
      <dgm:spPr/>
    </dgm:pt>
    <dgm:pt modelId="{92FC8562-406A-E243-9B90-0CA6F371DC8A}" type="pres">
      <dgm:prSet presAssocID="{D7B3A825-5D68-B54C-969B-211F9EDED762}" presName="rootConnector" presStyleLbl="node4" presStyleIdx="1" presStyleCnt="21"/>
      <dgm:spPr/>
    </dgm:pt>
    <dgm:pt modelId="{D02FB108-D72C-8647-9CF5-B55E07D3CA71}" type="pres">
      <dgm:prSet presAssocID="{D7B3A825-5D68-B54C-969B-211F9EDED762}" presName="hierChild4" presStyleCnt="0"/>
      <dgm:spPr/>
    </dgm:pt>
    <dgm:pt modelId="{F7324071-2F5E-5A45-B9F0-3936BF604DC9}" type="pres">
      <dgm:prSet presAssocID="{D7B3A825-5D68-B54C-969B-211F9EDED762}" presName="hierChild5" presStyleCnt="0"/>
      <dgm:spPr/>
    </dgm:pt>
    <dgm:pt modelId="{81185C0B-25B9-5D4F-826D-142D515E4AE3}" type="pres">
      <dgm:prSet presAssocID="{010FA890-F340-0145-B4B4-75337EF88A37}" presName="Name37" presStyleLbl="parChTrans1D4" presStyleIdx="2" presStyleCnt="21"/>
      <dgm:spPr/>
    </dgm:pt>
    <dgm:pt modelId="{F58D597E-7305-D748-BC9D-A30053042279}" type="pres">
      <dgm:prSet presAssocID="{EBE6A0D5-D97F-5143-8312-3C9CA2C42921}" presName="hierRoot2" presStyleCnt="0">
        <dgm:presLayoutVars>
          <dgm:hierBranch val="init"/>
        </dgm:presLayoutVars>
      </dgm:prSet>
      <dgm:spPr/>
    </dgm:pt>
    <dgm:pt modelId="{230B476A-85BC-D740-BC07-1124F45FA32A}" type="pres">
      <dgm:prSet presAssocID="{EBE6A0D5-D97F-5143-8312-3C9CA2C42921}" presName="rootComposite" presStyleCnt="0"/>
      <dgm:spPr/>
    </dgm:pt>
    <dgm:pt modelId="{DB27AF4D-6B0B-2244-9B3F-97098B76D7F6}" type="pres">
      <dgm:prSet presAssocID="{EBE6A0D5-D97F-5143-8312-3C9CA2C42921}" presName="rootText" presStyleLbl="node4" presStyleIdx="2" presStyleCnt="21">
        <dgm:presLayoutVars>
          <dgm:chPref val="3"/>
        </dgm:presLayoutVars>
      </dgm:prSet>
      <dgm:spPr/>
    </dgm:pt>
    <dgm:pt modelId="{053DC903-6132-4547-A3D3-4B503091FB48}" type="pres">
      <dgm:prSet presAssocID="{EBE6A0D5-D97F-5143-8312-3C9CA2C42921}" presName="rootConnector" presStyleLbl="node4" presStyleIdx="2" presStyleCnt="21"/>
      <dgm:spPr/>
    </dgm:pt>
    <dgm:pt modelId="{ED95CCE5-1B81-3F4D-A396-0A04E8860ABA}" type="pres">
      <dgm:prSet presAssocID="{EBE6A0D5-D97F-5143-8312-3C9CA2C42921}" presName="hierChild4" presStyleCnt="0"/>
      <dgm:spPr/>
    </dgm:pt>
    <dgm:pt modelId="{E58D4F45-E2BB-F341-8BF5-2FC6A9311673}" type="pres">
      <dgm:prSet presAssocID="{EBE6A0D5-D97F-5143-8312-3C9CA2C42921}" presName="hierChild5" presStyleCnt="0"/>
      <dgm:spPr/>
    </dgm:pt>
    <dgm:pt modelId="{4FFE669C-2F1C-4A4E-83F6-96775BAD3EF0}" type="pres">
      <dgm:prSet presAssocID="{481345A1-C5B8-DB44-8388-1A5DC96B8ED9}" presName="Name37" presStyleLbl="parChTrans1D4" presStyleIdx="3" presStyleCnt="21"/>
      <dgm:spPr/>
    </dgm:pt>
    <dgm:pt modelId="{C3310E37-6A54-5E4C-AC89-71B26E12DF91}" type="pres">
      <dgm:prSet presAssocID="{5320ABF2-0389-AB49-8632-0821E6959F8C}" presName="hierRoot2" presStyleCnt="0">
        <dgm:presLayoutVars>
          <dgm:hierBranch val="init"/>
        </dgm:presLayoutVars>
      </dgm:prSet>
      <dgm:spPr/>
    </dgm:pt>
    <dgm:pt modelId="{8E50916E-FB76-0745-A592-05BC0F24ED6B}" type="pres">
      <dgm:prSet presAssocID="{5320ABF2-0389-AB49-8632-0821E6959F8C}" presName="rootComposite" presStyleCnt="0"/>
      <dgm:spPr/>
    </dgm:pt>
    <dgm:pt modelId="{FC3A6606-CA82-E143-B299-BB21469341FF}" type="pres">
      <dgm:prSet presAssocID="{5320ABF2-0389-AB49-8632-0821E6959F8C}" presName="rootText" presStyleLbl="node4" presStyleIdx="3" presStyleCnt="21">
        <dgm:presLayoutVars>
          <dgm:chPref val="3"/>
        </dgm:presLayoutVars>
      </dgm:prSet>
      <dgm:spPr/>
    </dgm:pt>
    <dgm:pt modelId="{443631BF-7911-DE4A-8B38-29E0CCA7A459}" type="pres">
      <dgm:prSet presAssocID="{5320ABF2-0389-AB49-8632-0821E6959F8C}" presName="rootConnector" presStyleLbl="node4" presStyleIdx="3" presStyleCnt="21"/>
      <dgm:spPr/>
    </dgm:pt>
    <dgm:pt modelId="{B897702A-F8B3-9B4C-B334-5CF5466A680C}" type="pres">
      <dgm:prSet presAssocID="{5320ABF2-0389-AB49-8632-0821E6959F8C}" presName="hierChild4" presStyleCnt="0"/>
      <dgm:spPr/>
    </dgm:pt>
    <dgm:pt modelId="{F02B3CC3-9AC6-A54D-8F8C-B73E0AAB6162}" type="pres">
      <dgm:prSet presAssocID="{5320ABF2-0389-AB49-8632-0821E6959F8C}" presName="hierChild5" presStyleCnt="0"/>
      <dgm:spPr/>
    </dgm:pt>
    <dgm:pt modelId="{D2CB0C26-65C1-F14A-BAAA-DE0CD491F7FF}" type="pres">
      <dgm:prSet presAssocID="{170BE653-B40F-894B-8B59-934880FCF4D3}" presName="hierChild5" presStyleCnt="0"/>
      <dgm:spPr/>
    </dgm:pt>
    <dgm:pt modelId="{277AAD35-0470-FE40-A6FD-748A9B68B15B}" type="pres">
      <dgm:prSet presAssocID="{2C39EE05-2B6A-0C41-AEA7-CA403648F36C}" presName="Name37" presStyleLbl="parChTrans1D4" presStyleIdx="4" presStyleCnt="21"/>
      <dgm:spPr/>
    </dgm:pt>
    <dgm:pt modelId="{C6CAF020-930C-DE48-8371-74EF0BFEF675}" type="pres">
      <dgm:prSet presAssocID="{CDA62265-55EA-A248-9E03-1D8E59344AA4}" presName="hierRoot2" presStyleCnt="0">
        <dgm:presLayoutVars>
          <dgm:hierBranch val="init"/>
        </dgm:presLayoutVars>
      </dgm:prSet>
      <dgm:spPr/>
    </dgm:pt>
    <dgm:pt modelId="{D989D387-6690-924F-8C6C-05CE91DA50DD}" type="pres">
      <dgm:prSet presAssocID="{CDA62265-55EA-A248-9E03-1D8E59344AA4}" presName="rootComposite" presStyleCnt="0"/>
      <dgm:spPr/>
    </dgm:pt>
    <dgm:pt modelId="{866F4887-DD14-D04F-86C0-2C9AE46ECD77}" type="pres">
      <dgm:prSet presAssocID="{CDA62265-55EA-A248-9E03-1D8E59344AA4}" presName="rootText" presStyleLbl="node4" presStyleIdx="4" presStyleCnt="21">
        <dgm:presLayoutVars>
          <dgm:chPref val="3"/>
        </dgm:presLayoutVars>
      </dgm:prSet>
      <dgm:spPr/>
    </dgm:pt>
    <dgm:pt modelId="{53401032-8AA0-9D48-87D6-93A8B3D361D1}" type="pres">
      <dgm:prSet presAssocID="{CDA62265-55EA-A248-9E03-1D8E59344AA4}" presName="rootConnector" presStyleLbl="node4" presStyleIdx="4" presStyleCnt="21"/>
      <dgm:spPr/>
    </dgm:pt>
    <dgm:pt modelId="{88EE478B-9204-8E4F-894B-38E60C237E36}" type="pres">
      <dgm:prSet presAssocID="{CDA62265-55EA-A248-9E03-1D8E59344AA4}" presName="hierChild4" presStyleCnt="0"/>
      <dgm:spPr/>
    </dgm:pt>
    <dgm:pt modelId="{760803D6-BF87-5F49-B514-60BF00F7E4DB}" type="pres">
      <dgm:prSet presAssocID="{39FBF8DA-AE59-8C49-A456-72B4D581042B}" presName="Name37" presStyleLbl="parChTrans1D4" presStyleIdx="5" presStyleCnt="21"/>
      <dgm:spPr/>
    </dgm:pt>
    <dgm:pt modelId="{E7AA3769-AE00-6B48-B991-15AA1AFFED94}" type="pres">
      <dgm:prSet presAssocID="{2E81FC21-6C7C-204E-85BB-4C174E730CA0}" presName="hierRoot2" presStyleCnt="0">
        <dgm:presLayoutVars>
          <dgm:hierBranch val="init"/>
        </dgm:presLayoutVars>
      </dgm:prSet>
      <dgm:spPr/>
    </dgm:pt>
    <dgm:pt modelId="{305A8C65-A117-D249-961A-9AEDF6895DC0}" type="pres">
      <dgm:prSet presAssocID="{2E81FC21-6C7C-204E-85BB-4C174E730CA0}" presName="rootComposite" presStyleCnt="0"/>
      <dgm:spPr/>
    </dgm:pt>
    <dgm:pt modelId="{8344416C-D24F-E749-BE77-B3247BA1D72A}" type="pres">
      <dgm:prSet presAssocID="{2E81FC21-6C7C-204E-85BB-4C174E730CA0}" presName="rootText" presStyleLbl="node4" presStyleIdx="5" presStyleCnt="21" custScaleY="149337">
        <dgm:presLayoutVars>
          <dgm:chPref val="3"/>
        </dgm:presLayoutVars>
      </dgm:prSet>
      <dgm:spPr/>
    </dgm:pt>
    <dgm:pt modelId="{5BF2D0AB-0808-6B42-8B46-68BF58787BCF}" type="pres">
      <dgm:prSet presAssocID="{2E81FC21-6C7C-204E-85BB-4C174E730CA0}" presName="rootConnector" presStyleLbl="node4" presStyleIdx="5" presStyleCnt="21"/>
      <dgm:spPr/>
    </dgm:pt>
    <dgm:pt modelId="{C6035B05-7A73-DE4A-9AF6-ABE52B014F73}" type="pres">
      <dgm:prSet presAssocID="{2E81FC21-6C7C-204E-85BB-4C174E730CA0}" presName="hierChild4" presStyleCnt="0"/>
      <dgm:spPr/>
    </dgm:pt>
    <dgm:pt modelId="{EED64F34-781E-A741-9407-84B3C2832F9E}" type="pres">
      <dgm:prSet presAssocID="{2E81FC21-6C7C-204E-85BB-4C174E730CA0}" presName="hierChild5" presStyleCnt="0"/>
      <dgm:spPr/>
    </dgm:pt>
    <dgm:pt modelId="{67AFB70C-3F3F-A548-864A-4A43371DFF77}" type="pres">
      <dgm:prSet presAssocID="{828347EE-F835-9746-BE45-25400D89E1A2}" presName="Name37" presStyleLbl="parChTrans1D4" presStyleIdx="6" presStyleCnt="21"/>
      <dgm:spPr/>
    </dgm:pt>
    <dgm:pt modelId="{43BA687C-811E-0544-9F66-4C20E0A42691}" type="pres">
      <dgm:prSet presAssocID="{D5FF07A0-20A1-E94A-9B5C-4CF3823CA8E6}" presName="hierRoot2" presStyleCnt="0">
        <dgm:presLayoutVars>
          <dgm:hierBranch val="init"/>
        </dgm:presLayoutVars>
      </dgm:prSet>
      <dgm:spPr/>
    </dgm:pt>
    <dgm:pt modelId="{41CF81E5-DAC4-5141-95BB-1435A0287708}" type="pres">
      <dgm:prSet presAssocID="{D5FF07A0-20A1-E94A-9B5C-4CF3823CA8E6}" presName="rootComposite" presStyleCnt="0"/>
      <dgm:spPr/>
    </dgm:pt>
    <dgm:pt modelId="{FD48AD75-7BE2-1847-9E94-C048CF23E70C}" type="pres">
      <dgm:prSet presAssocID="{D5FF07A0-20A1-E94A-9B5C-4CF3823CA8E6}" presName="rootText" presStyleLbl="node4" presStyleIdx="6" presStyleCnt="21">
        <dgm:presLayoutVars>
          <dgm:chPref val="3"/>
        </dgm:presLayoutVars>
      </dgm:prSet>
      <dgm:spPr/>
    </dgm:pt>
    <dgm:pt modelId="{D7381A02-B27F-DD4B-B3CD-F94388EEF7BC}" type="pres">
      <dgm:prSet presAssocID="{D5FF07A0-20A1-E94A-9B5C-4CF3823CA8E6}" presName="rootConnector" presStyleLbl="node4" presStyleIdx="6" presStyleCnt="21"/>
      <dgm:spPr/>
    </dgm:pt>
    <dgm:pt modelId="{8306E6A6-318C-724C-81D4-2799E1D212FB}" type="pres">
      <dgm:prSet presAssocID="{D5FF07A0-20A1-E94A-9B5C-4CF3823CA8E6}" presName="hierChild4" presStyleCnt="0"/>
      <dgm:spPr/>
    </dgm:pt>
    <dgm:pt modelId="{5EA1B252-5AA8-F640-B15B-52A56E022FDD}" type="pres">
      <dgm:prSet presAssocID="{D5FF07A0-20A1-E94A-9B5C-4CF3823CA8E6}" presName="hierChild5" presStyleCnt="0"/>
      <dgm:spPr/>
    </dgm:pt>
    <dgm:pt modelId="{0A9F7AF6-0E84-504F-B633-7023F268A352}" type="pres">
      <dgm:prSet presAssocID="{E8122730-858B-9443-8101-C162E8A055C7}" presName="Name37" presStyleLbl="parChTrans1D4" presStyleIdx="7" presStyleCnt="21"/>
      <dgm:spPr/>
    </dgm:pt>
    <dgm:pt modelId="{ED6EFEAD-B630-994C-A1A2-F4BDC8414C28}" type="pres">
      <dgm:prSet presAssocID="{51B5D61B-0476-AC41-B815-F0985AC71DB6}" presName="hierRoot2" presStyleCnt="0">
        <dgm:presLayoutVars>
          <dgm:hierBranch val="init"/>
        </dgm:presLayoutVars>
      </dgm:prSet>
      <dgm:spPr/>
    </dgm:pt>
    <dgm:pt modelId="{2A6802BC-554A-454B-98FE-3426E3665A2A}" type="pres">
      <dgm:prSet presAssocID="{51B5D61B-0476-AC41-B815-F0985AC71DB6}" presName="rootComposite" presStyleCnt="0"/>
      <dgm:spPr/>
    </dgm:pt>
    <dgm:pt modelId="{40649A9C-9D66-3E4A-AFA6-9FBFCBB49A6F}" type="pres">
      <dgm:prSet presAssocID="{51B5D61B-0476-AC41-B815-F0985AC71DB6}" presName="rootText" presStyleLbl="node4" presStyleIdx="7" presStyleCnt="21">
        <dgm:presLayoutVars>
          <dgm:chPref val="3"/>
        </dgm:presLayoutVars>
      </dgm:prSet>
      <dgm:spPr/>
    </dgm:pt>
    <dgm:pt modelId="{379DDDBE-06D4-E64A-BFEA-62BD964162AC}" type="pres">
      <dgm:prSet presAssocID="{51B5D61B-0476-AC41-B815-F0985AC71DB6}" presName="rootConnector" presStyleLbl="node4" presStyleIdx="7" presStyleCnt="21"/>
      <dgm:spPr/>
    </dgm:pt>
    <dgm:pt modelId="{58AB6569-8E7E-0B4F-9752-D2349426DB79}" type="pres">
      <dgm:prSet presAssocID="{51B5D61B-0476-AC41-B815-F0985AC71DB6}" presName="hierChild4" presStyleCnt="0"/>
      <dgm:spPr/>
    </dgm:pt>
    <dgm:pt modelId="{62755D66-B561-5F4C-BA6D-2F9C0C294CA7}" type="pres">
      <dgm:prSet presAssocID="{51B5D61B-0476-AC41-B815-F0985AC71DB6}" presName="hierChild5" presStyleCnt="0"/>
      <dgm:spPr/>
    </dgm:pt>
    <dgm:pt modelId="{6889FDF8-0BF6-DC46-978C-73CAB832C519}" type="pres">
      <dgm:prSet presAssocID="{044D6184-D606-C74B-8D96-A7D7D244FEFE}" presName="Name37" presStyleLbl="parChTrans1D4" presStyleIdx="8" presStyleCnt="21"/>
      <dgm:spPr/>
    </dgm:pt>
    <dgm:pt modelId="{E3287557-05D4-2E42-999D-1D7E20DBE915}" type="pres">
      <dgm:prSet presAssocID="{D05B5770-22EB-0943-BF5F-BE92A519EA3A}" presName="hierRoot2" presStyleCnt="0">
        <dgm:presLayoutVars>
          <dgm:hierBranch val="init"/>
        </dgm:presLayoutVars>
      </dgm:prSet>
      <dgm:spPr/>
    </dgm:pt>
    <dgm:pt modelId="{A6B084EF-3B1A-564D-9B04-C5F81E0F65E5}" type="pres">
      <dgm:prSet presAssocID="{D05B5770-22EB-0943-BF5F-BE92A519EA3A}" presName="rootComposite" presStyleCnt="0"/>
      <dgm:spPr/>
    </dgm:pt>
    <dgm:pt modelId="{D5FEFCB0-588A-2C47-BCCD-013BBE27E2D7}" type="pres">
      <dgm:prSet presAssocID="{D05B5770-22EB-0943-BF5F-BE92A519EA3A}" presName="rootText" presStyleLbl="node4" presStyleIdx="8" presStyleCnt="21">
        <dgm:presLayoutVars>
          <dgm:chPref val="3"/>
        </dgm:presLayoutVars>
      </dgm:prSet>
      <dgm:spPr>
        <a:xfrm>
          <a:off x="3962041" y="6496911"/>
          <a:ext cx="1245392" cy="622696"/>
        </a:xfrm>
        <a:prstGeom prst="rect">
          <a:avLst/>
        </a:prstGeom>
      </dgm:spPr>
    </dgm:pt>
    <dgm:pt modelId="{BC0DE35F-DE2F-D041-B44E-5744ED6FAB44}" type="pres">
      <dgm:prSet presAssocID="{D05B5770-22EB-0943-BF5F-BE92A519EA3A}" presName="rootConnector" presStyleLbl="node4" presStyleIdx="8" presStyleCnt="21"/>
      <dgm:spPr/>
    </dgm:pt>
    <dgm:pt modelId="{6274EFC1-6728-644B-B72F-378D0EA1D9A1}" type="pres">
      <dgm:prSet presAssocID="{D05B5770-22EB-0943-BF5F-BE92A519EA3A}" presName="hierChild4" presStyleCnt="0"/>
      <dgm:spPr/>
    </dgm:pt>
    <dgm:pt modelId="{4CDC4A7D-5D12-C64C-B3C3-12F83BBC585C}" type="pres">
      <dgm:prSet presAssocID="{D05B5770-22EB-0943-BF5F-BE92A519EA3A}" presName="hierChild5" presStyleCnt="0"/>
      <dgm:spPr/>
    </dgm:pt>
    <dgm:pt modelId="{48D979F0-B7DA-2148-86AA-225C43DC3967}" type="pres">
      <dgm:prSet presAssocID="{1A246BBD-962D-554A-B9EE-F6395C2226B1}" presName="Name37" presStyleLbl="parChTrans1D4" presStyleIdx="9" presStyleCnt="21"/>
      <dgm:spPr/>
    </dgm:pt>
    <dgm:pt modelId="{A888E1C6-49BD-304C-8DD4-0959B79D4DF2}" type="pres">
      <dgm:prSet presAssocID="{CE894C20-8D84-764E-9049-A61CCDAE452A}" presName="hierRoot2" presStyleCnt="0">
        <dgm:presLayoutVars>
          <dgm:hierBranch val="init"/>
        </dgm:presLayoutVars>
      </dgm:prSet>
      <dgm:spPr/>
    </dgm:pt>
    <dgm:pt modelId="{98B0259C-681C-C94E-A357-98B6238514D1}" type="pres">
      <dgm:prSet presAssocID="{CE894C20-8D84-764E-9049-A61CCDAE452A}" presName="rootComposite" presStyleCnt="0"/>
      <dgm:spPr/>
    </dgm:pt>
    <dgm:pt modelId="{649F2DF4-5671-3041-A55F-C52767A6DC38}" type="pres">
      <dgm:prSet presAssocID="{CE894C20-8D84-764E-9049-A61CCDAE452A}" presName="rootText" presStyleLbl="node4" presStyleIdx="9" presStyleCnt="21">
        <dgm:presLayoutVars>
          <dgm:chPref val="3"/>
        </dgm:presLayoutVars>
      </dgm:prSet>
      <dgm:spPr/>
    </dgm:pt>
    <dgm:pt modelId="{E329A7AE-7BF3-C840-8775-1F9211A1AC65}" type="pres">
      <dgm:prSet presAssocID="{CE894C20-8D84-764E-9049-A61CCDAE452A}" presName="rootConnector" presStyleLbl="node4" presStyleIdx="9" presStyleCnt="21"/>
      <dgm:spPr/>
    </dgm:pt>
    <dgm:pt modelId="{3B571760-0F32-7947-8FAD-C7B959422CFD}" type="pres">
      <dgm:prSet presAssocID="{CE894C20-8D84-764E-9049-A61CCDAE452A}" presName="hierChild4" presStyleCnt="0"/>
      <dgm:spPr/>
    </dgm:pt>
    <dgm:pt modelId="{F205142C-B2D8-9D48-81C8-33893C4F6802}" type="pres">
      <dgm:prSet presAssocID="{CE894C20-8D84-764E-9049-A61CCDAE452A}" presName="hierChild5" presStyleCnt="0"/>
      <dgm:spPr/>
    </dgm:pt>
    <dgm:pt modelId="{B6D4CF57-B17D-2A4B-B98A-2007C59776DC}" type="pres">
      <dgm:prSet presAssocID="{653528DB-F126-E14D-9219-63F00E45201B}" presName="Name37" presStyleLbl="parChTrans1D4" presStyleIdx="10" presStyleCnt="21"/>
      <dgm:spPr/>
    </dgm:pt>
    <dgm:pt modelId="{1FBE1F9C-22D2-E947-AE79-98C3D6B1F40C}" type="pres">
      <dgm:prSet presAssocID="{0FE8A77E-1347-994C-87EA-6408B9C098F5}" presName="hierRoot2" presStyleCnt="0">
        <dgm:presLayoutVars>
          <dgm:hierBranch val="init"/>
        </dgm:presLayoutVars>
      </dgm:prSet>
      <dgm:spPr/>
    </dgm:pt>
    <dgm:pt modelId="{DA1BF7BC-6338-5747-B3F1-0E9B7CC67842}" type="pres">
      <dgm:prSet presAssocID="{0FE8A77E-1347-994C-87EA-6408B9C098F5}" presName="rootComposite" presStyleCnt="0"/>
      <dgm:spPr/>
    </dgm:pt>
    <dgm:pt modelId="{67CAD6C9-3A57-0840-839D-B7C655966678}" type="pres">
      <dgm:prSet presAssocID="{0FE8A77E-1347-994C-87EA-6408B9C098F5}" presName="rootText" presStyleLbl="node4" presStyleIdx="10" presStyleCnt="21">
        <dgm:presLayoutVars>
          <dgm:chPref val="3"/>
        </dgm:presLayoutVars>
      </dgm:prSet>
      <dgm:spPr/>
    </dgm:pt>
    <dgm:pt modelId="{E22F4301-B5DC-B048-A546-CCCDEC5B808A}" type="pres">
      <dgm:prSet presAssocID="{0FE8A77E-1347-994C-87EA-6408B9C098F5}" presName="rootConnector" presStyleLbl="node4" presStyleIdx="10" presStyleCnt="21"/>
      <dgm:spPr/>
    </dgm:pt>
    <dgm:pt modelId="{1E8E2E01-A955-DA44-9856-3CF2753EF71A}" type="pres">
      <dgm:prSet presAssocID="{0FE8A77E-1347-994C-87EA-6408B9C098F5}" presName="hierChild4" presStyleCnt="0"/>
      <dgm:spPr/>
    </dgm:pt>
    <dgm:pt modelId="{EA873452-A840-434D-BD19-32EF7D7546B3}" type="pres">
      <dgm:prSet presAssocID="{0FE8A77E-1347-994C-87EA-6408B9C098F5}" presName="hierChild5" presStyleCnt="0"/>
      <dgm:spPr/>
    </dgm:pt>
    <dgm:pt modelId="{64D3C083-DD90-124C-8F99-A42BFF4E26F2}" type="pres">
      <dgm:prSet presAssocID="{AF3AFB9A-5BB3-8C4A-A0D8-06857916EE32}" presName="Name37" presStyleLbl="parChTrans1D4" presStyleIdx="11" presStyleCnt="21"/>
      <dgm:spPr/>
    </dgm:pt>
    <dgm:pt modelId="{B206A17A-EF5E-C94F-AC99-B9ABE60231CA}" type="pres">
      <dgm:prSet presAssocID="{31AD02C2-EB00-9543-9069-6EE0D83CB809}" presName="hierRoot2" presStyleCnt="0">
        <dgm:presLayoutVars>
          <dgm:hierBranch val="init"/>
        </dgm:presLayoutVars>
      </dgm:prSet>
      <dgm:spPr/>
    </dgm:pt>
    <dgm:pt modelId="{B4807BA4-C6B1-1F41-A0C7-515D7535B8DA}" type="pres">
      <dgm:prSet presAssocID="{31AD02C2-EB00-9543-9069-6EE0D83CB809}" presName="rootComposite" presStyleCnt="0"/>
      <dgm:spPr/>
    </dgm:pt>
    <dgm:pt modelId="{5E45EF20-DEEC-584F-BB06-BDCD04D99EF2}" type="pres">
      <dgm:prSet presAssocID="{31AD02C2-EB00-9543-9069-6EE0D83CB809}" presName="rootText" presStyleLbl="node4" presStyleIdx="11" presStyleCnt="21">
        <dgm:presLayoutVars>
          <dgm:chPref val="3"/>
        </dgm:presLayoutVars>
      </dgm:prSet>
      <dgm:spPr/>
    </dgm:pt>
    <dgm:pt modelId="{55428D40-E1BB-DE47-A889-92AB77B5C0D9}" type="pres">
      <dgm:prSet presAssocID="{31AD02C2-EB00-9543-9069-6EE0D83CB809}" presName="rootConnector" presStyleLbl="node4" presStyleIdx="11" presStyleCnt="21"/>
      <dgm:spPr/>
    </dgm:pt>
    <dgm:pt modelId="{0EE7E2BD-EC52-EB45-9950-D1D80A62F20A}" type="pres">
      <dgm:prSet presAssocID="{31AD02C2-EB00-9543-9069-6EE0D83CB809}" presName="hierChild4" presStyleCnt="0"/>
      <dgm:spPr/>
    </dgm:pt>
    <dgm:pt modelId="{C1519D5A-12BB-9749-9EE8-24DDB14EB45A}" type="pres">
      <dgm:prSet presAssocID="{31AD02C2-EB00-9543-9069-6EE0D83CB809}" presName="hierChild5" presStyleCnt="0"/>
      <dgm:spPr/>
    </dgm:pt>
    <dgm:pt modelId="{D6565E4F-2B92-F449-9416-EC87CD086601}" type="pres">
      <dgm:prSet presAssocID="{CDA62265-55EA-A248-9E03-1D8E59344AA4}" presName="hierChild5" presStyleCnt="0"/>
      <dgm:spPr/>
    </dgm:pt>
    <dgm:pt modelId="{E3FD4A2F-71EF-E346-92D6-736C6D930861}" type="pres">
      <dgm:prSet presAssocID="{DE0B48A0-1033-7D42-8415-56029E7D32DC}" presName="Name37" presStyleLbl="parChTrans1D4" presStyleIdx="12" presStyleCnt="21"/>
      <dgm:spPr/>
    </dgm:pt>
    <dgm:pt modelId="{4487F9F6-3696-0E4E-A376-9DE03E2729D6}" type="pres">
      <dgm:prSet presAssocID="{CA6F96B9-8EEA-1045-919E-0570EE069191}" presName="hierRoot2" presStyleCnt="0">
        <dgm:presLayoutVars>
          <dgm:hierBranch val="init"/>
        </dgm:presLayoutVars>
      </dgm:prSet>
      <dgm:spPr/>
    </dgm:pt>
    <dgm:pt modelId="{53FD84D1-4638-3F44-AEF6-4E469E13BF40}" type="pres">
      <dgm:prSet presAssocID="{CA6F96B9-8EEA-1045-919E-0570EE069191}" presName="rootComposite" presStyleCnt="0"/>
      <dgm:spPr/>
    </dgm:pt>
    <dgm:pt modelId="{886775B9-9664-9747-AC96-96667E259C9C}" type="pres">
      <dgm:prSet presAssocID="{CA6F96B9-8EEA-1045-919E-0570EE069191}" presName="rootText" presStyleLbl="node4" presStyleIdx="12" presStyleCnt="21">
        <dgm:presLayoutVars>
          <dgm:chPref val="3"/>
        </dgm:presLayoutVars>
      </dgm:prSet>
      <dgm:spPr/>
    </dgm:pt>
    <dgm:pt modelId="{6CF06524-CA56-1B4B-985A-605CE6DD31C2}" type="pres">
      <dgm:prSet presAssocID="{CA6F96B9-8EEA-1045-919E-0570EE069191}" presName="rootConnector" presStyleLbl="node4" presStyleIdx="12" presStyleCnt="21"/>
      <dgm:spPr/>
    </dgm:pt>
    <dgm:pt modelId="{F7671B59-0C1B-D949-822B-3D4B50CD26BA}" type="pres">
      <dgm:prSet presAssocID="{CA6F96B9-8EEA-1045-919E-0570EE069191}" presName="hierChild4" presStyleCnt="0"/>
      <dgm:spPr/>
    </dgm:pt>
    <dgm:pt modelId="{647E2F80-B3AC-B74B-9C92-10C56F678478}" type="pres">
      <dgm:prSet presAssocID="{CA6F96B9-8EEA-1045-919E-0570EE069191}" presName="hierChild5" presStyleCnt="0"/>
      <dgm:spPr/>
    </dgm:pt>
    <dgm:pt modelId="{C2F65C7B-BBE1-6F45-9EB3-CB1D9A6EFE8A}" type="pres">
      <dgm:prSet presAssocID="{5143F49B-7F7B-B043-9585-2E06EFEB8E34}" presName="Name37" presStyleLbl="parChTrans1D4" presStyleIdx="13" presStyleCnt="21"/>
      <dgm:spPr/>
    </dgm:pt>
    <dgm:pt modelId="{9E29345B-911E-0F42-8586-850DB35B9F55}" type="pres">
      <dgm:prSet presAssocID="{CCC52562-470A-6C4E-A224-42F0E7D9B8D1}" presName="hierRoot2" presStyleCnt="0">
        <dgm:presLayoutVars>
          <dgm:hierBranch val="init"/>
        </dgm:presLayoutVars>
      </dgm:prSet>
      <dgm:spPr/>
    </dgm:pt>
    <dgm:pt modelId="{494E2BEE-3A3A-694E-AE95-A252F3BC974E}" type="pres">
      <dgm:prSet presAssocID="{CCC52562-470A-6C4E-A224-42F0E7D9B8D1}" presName="rootComposite" presStyleCnt="0"/>
      <dgm:spPr/>
    </dgm:pt>
    <dgm:pt modelId="{30F63F13-7A21-7D40-9EFA-A233150B8CB4}" type="pres">
      <dgm:prSet presAssocID="{CCC52562-470A-6C4E-A224-42F0E7D9B8D1}" presName="rootText" presStyleLbl="node4" presStyleIdx="13" presStyleCnt="21">
        <dgm:presLayoutVars>
          <dgm:chPref val="3"/>
        </dgm:presLayoutVars>
      </dgm:prSet>
      <dgm:spPr/>
    </dgm:pt>
    <dgm:pt modelId="{BB1E1FF2-D7D5-5F43-A013-F8ECAB01A3A7}" type="pres">
      <dgm:prSet presAssocID="{CCC52562-470A-6C4E-A224-42F0E7D9B8D1}" presName="rootConnector" presStyleLbl="node4" presStyleIdx="13" presStyleCnt="21"/>
      <dgm:spPr/>
    </dgm:pt>
    <dgm:pt modelId="{5D3E7E99-8CCD-9446-A539-A2FF7CA86270}" type="pres">
      <dgm:prSet presAssocID="{CCC52562-470A-6C4E-A224-42F0E7D9B8D1}" presName="hierChild4" presStyleCnt="0"/>
      <dgm:spPr/>
    </dgm:pt>
    <dgm:pt modelId="{1944D8EC-ECE8-2E41-B1EC-3384B2E44341}" type="pres">
      <dgm:prSet presAssocID="{8D51C905-D1C9-7E42-B683-4FE65AD63FB0}" presName="Name37" presStyleLbl="parChTrans1D4" presStyleIdx="14" presStyleCnt="21"/>
      <dgm:spPr/>
    </dgm:pt>
    <dgm:pt modelId="{5D5AFCE4-D082-9640-B684-A30F7EBE2926}" type="pres">
      <dgm:prSet presAssocID="{B2E44262-5868-674C-87BA-28C835EA2CCC}" presName="hierRoot2" presStyleCnt="0">
        <dgm:presLayoutVars>
          <dgm:hierBranch val="init"/>
        </dgm:presLayoutVars>
      </dgm:prSet>
      <dgm:spPr/>
    </dgm:pt>
    <dgm:pt modelId="{B402DDCA-A90B-E245-9B24-0965891681B7}" type="pres">
      <dgm:prSet presAssocID="{B2E44262-5868-674C-87BA-28C835EA2CCC}" presName="rootComposite" presStyleCnt="0"/>
      <dgm:spPr/>
    </dgm:pt>
    <dgm:pt modelId="{34ABE46D-4DBA-6D40-BE80-3A856126FA9C}" type="pres">
      <dgm:prSet presAssocID="{B2E44262-5868-674C-87BA-28C835EA2CCC}" presName="rootText" presStyleLbl="node4" presStyleIdx="14" presStyleCnt="21">
        <dgm:presLayoutVars>
          <dgm:chPref val="3"/>
        </dgm:presLayoutVars>
      </dgm:prSet>
      <dgm:spPr/>
    </dgm:pt>
    <dgm:pt modelId="{17FB0CA3-331C-2041-B617-5DD594AA1F82}" type="pres">
      <dgm:prSet presAssocID="{B2E44262-5868-674C-87BA-28C835EA2CCC}" presName="rootConnector" presStyleLbl="node4" presStyleIdx="14" presStyleCnt="21"/>
      <dgm:spPr/>
    </dgm:pt>
    <dgm:pt modelId="{511E5DA5-9CD8-FC44-B938-922C5EAE8332}" type="pres">
      <dgm:prSet presAssocID="{B2E44262-5868-674C-87BA-28C835EA2CCC}" presName="hierChild4" presStyleCnt="0"/>
      <dgm:spPr/>
    </dgm:pt>
    <dgm:pt modelId="{1500AEF6-D61D-1741-9FA5-E208287FB653}" type="pres">
      <dgm:prSet presAssocID="{B2E44262-5868-674C-87BA-28C835EA2CCC}" presName="hierChild5" presStyleCnt="0"/>
      <dgm:spPr/>
    </dgm:pt>
    <dgm:pt modelId="{CE880F18-5FF0-2A47-B1D3-989F0504ADD6}" type="pres">
      <dgm:prSet presAssocID="{CA6C0B6F-CB33-6840-9E57-B71BE21C912B}" presName="Name37" presStyleLbl="parChTrans1D4" presStyleIdx="15" presStyleCnt="21"/>
      <dgm:spPr/>
    </dgm:pt>
    <dgm:pt modelId="{ECFA1262-78ED-714E-BA65-72B195ABF1DD}" type="pres">
      <dgm:prSet presAssocID="{7B5272EE-4CE7-2841-AA63-92B4ABE275DB}" presName="hierRoot2" presStyleCnt="0">
        <dgm:presLayoutVars>
          <dgm:hierBranch val="init"/>
        </dgm:presLayoutVars>
      </dgm:prSet>
      <dgm:spPr/>
    </dgm:pt>
    <dgm:pt modelId="{12C4FE8F-FD70-6E44-B22C-2ACD5F8B0403}" type="pres">
      <dgm:prSet presAssocID="{7B5272EE-4CE7-2841-AA63-92B4ABE275DB}" presName="rootComposite" presStyleCnt="0"/>
      <dgm:spPr/>
    </dgm:pt>
    <dgm:pt modelId="{59C24BC4-E09E-A241-BC22-8A288F91EE5C}" type="pres">
      <dgm:prSet presAssocID="{7B5272EE-4CE7-2841-AA63-92B4ABE275DB}" presName="rootText" presStyleLbl="node4" presStyleIdx="15" presStyleCnt="21">
        <dgm:presLayoutVars>
          <dgm:chPref val="3"/>
        </dgm:presLayoutVars>
      </dgm:prSet>
      <dgm:spPr/>
    </dgm:pt>
    <dgm:pt modelId="{B90D1924-F3DD-494B-9CE7-C0AD27CD4C31}" type="pres">
      <dgm:prSet presAssocID="{7B5272EE-4CE7-2841-AA63-92B4ABE275DB}" presName="rootConnector" presStyleLbl="node4" presStyleIdx="15" presStyleCnt="21"/>
      <dgm:spPr/>
    </dgm:pt>
    <dgm:pt modelId="{B2976E37-84A5-2341-AC78-0618CA6E2B84}" type="pres">
      <dgm:prSet presAssocID="{7B5272EE-4CE7-2841-AA63-92B4ABE275DB}" presName="hierChild4" presStyleCnt="0"/>
      <dgm:spPr/>
    </dgm:pt>
    <dgm:pt modelId="{5BDE1B19-2762-144A-A4EE-372BDD8FEC44}" type="pres">
      <dgm:prSet presAssocID="{7B5272EE-4CE7-2841-AA63-92B4ABE275DB}" presName="hierChild5" presStyleCnt="0"/>
      <dgm:spPr/>
    </dgm:pt>
    <dgm:pt modelId="{8E1E10E2-DBB7-994A-81E7-C7876D249983}" type="pres">
      <dgm:prSet presAssocID="{FDA9E348-402E-1549-92E7-5EA058856560}" presName="Name37" presStyleLbl="parChTrans1D4" presStyleIdx="16" presStyleCnt="21"/>
      <dgm:spPr/>
    </dgm:pt>
    <dgm:pt modelId="{0F0171D1-93D1-B644-B520-67B3516CD97A}" type="pres">
      <dgm:prSet presAssocID="{C4C34771-3CF8-334A-8DFD-02F19CDE461F}" presName="hierRoot2" presStyleCnt="0">
        <dgm:presLayoutVars>
          <dgm:hierBranch val="init"/>
        </dgm:presLayoutVars>
      </dgm:prSet>
      <dgm:spPr/>
    </dgm:pt>
    <dgm:pt modelId="{9E096096-B2D7-A94B-97A1-A78013A7E4DD}" type="pres">
      <dgm:prSet presAssocID="{C4C34771-3CF8-334A-8DFD-02F19CDE461F}" presName="rootComposite" presStyleCnt="0"/>
      <dgm:spPr/>
    </dgm:pt>
    <dgm:pt modelId="{19CABB75-8AFC-5747-8354-3D0B2B20C319}" type="pres">
      <dgm:prSet presAssocID="{C4C34771-3CF8-334A-8DFD-02F19CDE461F}" presName="rootText" presStyleLbl="node4" presStyleIdx="16" presStyleCnt="21" custLinFactNeighborX="588" custLinFactNeighborY="9970">
        <dgm:presLayoutVars>
          <dgm:chPref val="3"/>
        </dgm:presLayoutVars>
      </dgm:prSet>
      <dgm:spPr/>
    </dgm:pt>
    <dgm:pt modelId="{23C823D0-D83C-DD41-B841-7B9C345F5587}" type="pres">
      <dgm:prSet presAssocID="{C4C34771-3CF8-334A-8DFD-02F19CDE461F}" presName="rootConnector" presStyleLbl="node4" presStyleIdx="16" presStyleCnt="21"/>
      <dgm:spPr/>
    </dgm:pt>
    <dgm:pt modelId="{4D46809C-B10E-3446-9505-50214DC9D441}" type="pres">
      <dgm:prSet presAssocID="{C4C34771-3CF8-334A-8DFD-02F19CDE461F}" presName="hierChild4" presStyleCnt="0"/>
      <dgm:spPr/>
    </dgm:pt>
    <dgm:pt modelId="{6172B230-9D3C-284D-B2C0-2E62306A6F5D}" type="pres">
      <dgm:prSet presAssocID="{C4C34771-3CF8-334A-8DFD-02F19CDE461F}" presName="hierChild5" presStyleCnt="0"/>
      <dgm:spPr/>
    </dgm:pt>
    <dgm:pt modelId="{7F9DD9AD-413E-A547-ABF2-7F053BFAF3A0}" type="pres">
      <dgm:prSet presAssocID="{754293F2-2437-084B-AE40-CFC92074BF9C}" presName="Name37" presStyleLbl="parChTrans1D4" presStyleIdx="17" presStyleCnt="21"/>
      <dgm:spPr/>
    </dgm:pt>
    <dgm:pt modelId="{2B177358-E19A-2C43-8BD8-D26634391AB1}" type="pres">
      <dgm:prSet presAssocID="{3FBB9302-0BFF-834A-A528-0EE35A039D2E}" presName="hierRoot2" presStyleCnt="0">
        <dgm:presLayoutVars>
          <dgm:hierBranch val="init"/>
        </dgm:presLayoutVars>
      </dgm:prSet>
      <dgm:spPr/>
    </dgm:pt>
    <dgm:pt modelId="{76F9634A-9272-3B47-B8A2-7802A998F385}" type="pres">
      <dgm:prSet presAssocID="{3FBB9302-0BFF-834A-A528-0EE35A039D2E}" presName="rootComposite" presStyleCnt="0"/>
      <dgm:spPr/>
    </dgm:pt>
    <dgm:pt modelId="{D33E6341-A583-414A-9708-561BA60AA3A3}" type="pres">
      <dgm:prSet presAssocID="{3FBB9302-0BFF-834A-A528-0EE35A039D2E}" presName="rootText" presStyleLbl="node4" presStyleIdx="17" presStyleCnt="21">
        <dgm:presLayoutVars>
          <dgm:chPref val="3"/>
        </dgm:presLayoutVars>
      </dgm:prSet>
      <dgm:spPr/>
    </dgm:pt>
    <dgm:pt modelId="{5C0ED1A7-24A3-6346-B55F-D994329C3650}" type="pres">
      <dgm:prSet presAssocID="{3FBB9302-0BFF-834A-A528-0EE35A039D2E}" presName="rootConnector" presStyleLbl="node4" presStyleIdx="17" presStyleCnt="21"/>
      <dgm:spPr/>
    </dgm:pt>
    <dgm:pt modelId="{DE9B2B50-FC4F-DC4A-91F5-C5A3F7D40D74}" type="pres">
      <dgm:prSet presAssocID="{3FBB9302-0BFF-834A-A528-0EE35A039D2E}" presName="hierChild4" presStyleCnt="0"/>
      <dgm:spPr/>
    </dgm:pt>
    <dgm:pt modelId="{2B14858B-3BB2-724A-9C64-1AA8BC2236AB}" type="pres">
      <dgm:prSet presAssocID="{3FBB9302-0BFF-834A-A528-0EE35A039D2E}" presName="hierChild5" presStyleCnt="0"/>
      <dgm:spPr/>
    </dgm:pt>
    <dgm:pt modelId="{2403CA01-AC1E-4B4B-9FFC-A629663AC12D}" type="pres">
      <dgm:prSet presAssocID="{4DD81797-D639-5841-80E6-A2D8973C4D2F}" presName="Name37" presStyleLbl="parChTrans1D4" presStyleIdx="18" presStyleCnt="21"/>
      <dgm:spPr/>
    </dgm:pt>
    <dgm:pt modelId="{F9DF0D41-1CC3-914D-9515-716820170706}" type="pres">
      <dgm:prSet presAssocID="{1E88965B-7E6F-0C49-9CB4-73EF5F249786}" presName="hierRoot2" presStyleCnt="0">
        <dgm:presLayoutVars>
          <dgm:hierBranch val="init"/>
        </dgm:presLayoutVars>
      </dgm:prSet>
      <dgm:spPr/>
    </dgm:pt>
    <dgm:pt modelId="{BF3A741A-A734-A341-A132-021D485DA138}" type="pres">
      <dgm:prSet presAssocID="{1E88965B-7E6F-0C49-9CB4-73EF5F249786}" presName="rootComposite" presStyleCnt="0"/>
      <dgm:spPr/>
    </dgm:pt>
    <dgm:pt modelId="{C0E8AE59-34BB-FB4F-A7D7-D4F1FBC81074}" type="pres">
      <dgm:prSet presAssocID="{1E88965B-7E6F-0C49-9CB4-73EF5F249786}" presName="rootText" presStyleLbl="node4" presStyleIdx="18" presStyleCnt="21">
        <dgm:presLayoutVars>
          <dgm:chPref val="3"/>
        </dgm:presLayoutVars>
      </dgm:prSet>
      <dgm:spPr/>
    </dgm:pt>
    <dgm:pt modelId="{25D1F493-F0CC-0745-9DC1-3E185EF26965}" type="pres">
      <dgm:prSet presAssocID="{1E88965B-7E6F-0C49-9CB4-73EF5F249786}" presName="rootConnector" presStyleLbl="node4" presStyleIdx="18" presStyleCnt="21"/>
      <dgm:spPr/>
    </dgm:pt>
    <dgm:pt modelId="{B64FEED6-335C-7145-A9DE-0035F136DA1D}" type="pres">
      <dgm:prSet presAssocID="{1E88965B-7E6F-0C49-9CB4-73EF5F249786}" presName="hierChild4" presStyleCnt="0"/>
      <dgm:spPr/>
    </dgm:pt>
    <dgm:pt modelId="{21357E23-490F-A74D-998A-27702AB29ECD}" type="pres">
      <dgm:prSet presAssocID="{1E88965B-7E6F-0C49-9CB4-73EF5F249786}" presName="hierChild5" presStyleCnt="0"/>
      <dgm:spPr/>
    </dgm:pt>
    <dgm:pt modelId="{99D01C02-89BE-7B4A-94DC-42B36279396B}" type="pres">
      <dgm:prSet presAssocID="{99921C08-7659-224F-98EC-D6DC89FA6DB8}" presName="Name37" presStyleLbl="parChTrans1D4" presStyleIdx="19" presStyleCnt="21"/>
      <dgm:spPr/>
    </dgm:pt>
    <dgm:pt modelId="{D41B3DB6-D061-B047-97E1-819D245AF35C}" type="pres">
      <dgm:prSet presAssocID="{4EFA8970-6A96-AB49-B3EA-15A4A78FC934}" presName="hierRoot2" presStyleCnt="0">
        <dgm:presLayoutVars>
          <dgm:hierBranch val="init"/>
        </dgm:presLayoutVars>
      </dgm:prSet>
      <dgm:spPr/>
    </dgm:pt>
    <dgm:pt modelId="{65842841-19F2-5544-8CC4-52439B6C1F6F}" type="pres">
      <dgm:prSet presAssocID="{4EFA8970-6A96-AB49-B3EA-15A4A78FC934}" presName="rootComposite" presStyleCnt="0"/>
      <dgm:spPr/>
    </dgm:pt>
    <dgm:pt modelId="{38480138-B76C-994B-8491-A04F7FF0ACDA}" type="pres">
      <dgm:prSet presAssocID="{4EFA8970-6A96-AB49-B3EA-15A4A78FC934}" presName="rootText" presStyleLbl="node4" presStyleIdx="19" presStyleCnt="21">
        <dgm:presLayoutVars>
          <dgm:chPref val="3"/>
        </dgm:presLayoutVars>
      </dgm:prSet>
      <dgm:spPr/>
    </dgm:pt>
    <dgm:pt modelId="{62845321-B786-F145-9F15-3A00E80F4967}" type="pres">
      <dgm:prSet presAssocID="{4EFA8970-6A96-AB49-B3EA-15A4A78FC934}" presName="rootConnector" presStyleLbl="node4" presStyleIdx="19" presStyleCnt="21"/>
      <dgm:spPr/>
    </dgm:pt>
    <dgm:pt modelId="{6F544857-10B5-AD49-9249-E8125D64D801}" type="pres">
      <dgm:prSet presAssocID="{4EFA8970-6A96-AB49-B3EA-15A4A78FC934}" presName="hierChild4" presStyleCnt="0"/>
      <dgm:spPr/>
    </dgm:pt>
    <dgm:pt modelId="{6768E7F6-8ADA-EC42-924C-A328C00F4AB8}" type="pres">
      <dgm:prSet presAssocID="{4EFA8970-6A96-AB49-B3EA-15A4A78FC934}" presName="hierChild5" presStyleCnt="0"/>
      <dgm:spPr/>
    </dgm:pt>
    <dgm:pt modelId="{4F471C93-A4D3-FA45-AD5C-CE1719C6E52D}" type="pres">
      <dgm:prSet presAssocID="{CCC52562-470A-6C4E-A224-42F0E7D9B8D1}" presName="hierChild5" presStyleCnt="0"/>
      <dgm:spPr/>
    </dgm:pt>
    <dgm:pt modelId="{7ADCD5D6-20A0-964D-AE45-85B560ED0522}" type="pres">
      <dgm:prSet presAssocID="{8377DAA3-B872-B241-B647-961698B86257}" presName="Name37" presStyleLbl="parChTrans1D4" presStyleIdx="20" presStyleCnt="21"/>
      <dgm:spPr/>
    </dgm:pt>
    <dgm:pt modelId="{386A4AFA-1B60-6442-9677-3C8BC78307B4}" type="pres">
      <dgm:prSet presAssocID="{3D2961FB-1692-1246-AC22-67B7D67989FA}" presName="hierRoot2" presStyleCnt="0">
        <dgm:presLayoutVars>
          <dgm:hierBranch val="init"/>
        </dgm:presLayoutVars>
      </dgm:prSet>
      <dgm:spPr/>
    </dgm:pt>
    <dgm:pt modelId="{35C52DB0-DC4B-EC4E-A181-D028E99BE5C9}" type="pres">
      <dgm:prSet presAssocID="{3D2961FB-1692-1246-AC22-67B7D67989FA}" presName="rootComposite" presStyleCnt="0"/>
      <dgm:spPr/>
    </dgm:pt>
    <dgm:pt modelId="{2166EA62-418E-2D47-AB41-29B8A5DF7082}" type="pres">
      <dgm:prSet presAssocID="{3D2961FB-1692-1246-AC22-67B7D67989FA}" presName="rootText" presStyleLbl="node4" presStyleIdx="20" presStyleCnt="21">
        <dgm:presLayoutVars>
          <dgm:chPref val="3"/>
        </dgm:presLayoutVars>
      </dgm:prSet>
      <dgm:spPr/>
    </dgm:pt>
    <dgm:pt modelId="{C54245D2-728E-8D45-A889-73064245E4C2}" type="pres">
      <dgm:prSet presAssocID="{3D2961FB-1692-1246-AC22-67B7D67989FA}" presName="rootConnector" presStyleLbl="node4" presStyleIdx="20" presStyleCnt="21"/>
      <dgm:spPr/>
    </dgm:pt>
    <dgm:pt modelId="{BF50EB29-680A-6545-89D5-9F470C260651}" type="pres">
      <dgm:prSet presAssocID="{3D2961FB-1692-1246-AC22-67B7D67989FA}" presName="hierChild4" presStyleCnt="0"/>
      <dgm:spPr/>
    </dgm:pt>
    <dgm:pt modelId="{4CA9629D-896E-3846-AFE3-B385FA5BE1E7}" type="pres">
      <dgm:prSet presAssocID="{3D2961FB-1692-1246-AC22-67B7D67989FA}" presName="hierChild5" presStyleCnt="0"/>
      <dgm:spPr/>
    </dgm:pt>
    <dgm:pt modelId="{E1621E57-79F9-464B-8A36-E657401A2324}" type="pres">
      <dgm:prSet presAssocID="{04E14927-B148-7C4C-868D-C9CA3CAC3B37}" presName="hierChild5" presStyleCnt="0"/>
      <dgm:spPr/>
    </dgm:pt>
    <dgm:pt modelId="{B92A120A-B81E-B141-9417-1F3DBC8B70DE}" type="pres">
      <dgm:prSet presAssocID="{FA43056E-CE14-0046-A85B-9B5D95617F3E}" presName="hierChild5" presStyleCnt="0"/>
      <dgm:spPr/>
    </dgm:pt>
    <dgm:pt modelId="{BF8914E7-2CB0-CA45-9695-6D3134975173}" type="pres">
      <dgm:prSet presAssocID="{BE0702A0-8D44-0844-AC02-6C8DD6B83812}" presName="hierChild3" presStyleCnt="0"/>
      <dgm:spPr/>
    </dgm:pt>
  </dgm:ptLst>
  <dgm:cxnLst>
    <dgm:cxn modelId="{1C0C1700-AFE5-E14D-A3EB-C148D037E20C}" type="presOf" srcId="{3FBB9302-0BFF-834A-A528-0EE35A039D2E}" destId="{D33E6341-A583-414A-9708-561BA60AA3A3}" srcOrd="0" destOrd="0" presId="urn:microsoft.com/office/officeart/2005/8/layout/orgChart1"/>
    <dgm:cxn modelId="{A30BC502-1480-4D4A-ADD2-12A4CDFEC61D}" type="presOf" srcId="{51B5D61B-0476-AC41-B815-F0985AC71DB6}" destId="{379DDDBE-06D4-E64A-BFEA-62BD964162AC}" srcOrd="1" destOrd="0" presId="urn:microsoft.com/office/officeart/2005/8/layout/orgChart1"/>
    <dgm:cxn modelId="{801FBC03-D18A-6349-823F-553A6DEF5DFB}" srcId="{04E14927-B148-7C4C-868D-C9CA3CAC3B37}" destId="{CA6F96B9-8EEA-1045-919E-0570EE069191}" srcOrd="2" destOrd="0" parTransId="{DE0B48A0-1033-7D42-8415-56029E7D32DC}" sibTransId="{F19E7CBD-8DFE-E04C-B692-739B3C776B96}"/>
    <dgm:cxn modelId="{21991405-A4A8-C94F-AF63-E71A79385FBA}" type="presOf" srcId="{4DD81797-D639-5841-80E6-A2D8973C4D2F}" destId="{2403CA01-AC1E-4B4B-9FFC-A629663AC12D}" srcOrd="0" destOrd="0" presId="urn:microsoft.com/office/officeart/2005/8/layout/orgChart1"/>
    <dgm:cxn modelId="{24C95A05-4DCB-2B4A-8C43-36600E3C45E9}" srcId="{04E14927-B148-7C4C-868D-C9CA3CAC3B37}" destId="{3D2961FB-1692-1246-AC22-67B7D67989FA}" srcOrd="4" destOrd="0" parTransId="{8377DAA3-B872-B241-B647-961698B86257}" sibTransId="{A6C1B260-D750-C542-ABF0-75DAF8C357A3}"/>
    <dgm:cxn modelId="{B59ECE05-2037-A64C-8AAF-4251EDE524A2}" srcId="{CCC52562-470A-6C4E-A224-42F0E7D9B8D1}" destId="{7B5272EE-4CE7-2841-AA63-92B4ABE275DB}" srcOrd="1" destOrd="0" parTransId="{CA6C0B6F-CB33-6840-9E57-B71BE21C912B}" sibTransId="{AE6BF0C7-CB32-E64B-8511-A4FDF662AC55}"/>
    <dgm:cxn modelId="{ADD22506-5213-1648-8221-E7CE3633AAE3}" type="presOf" srcId="{0FE8A77E-1347-994C-87EA-6408B9C098F5}" destId="{67CAD6C9-3A57-0840-839D-B7C655966678}" srcOrd="0" destOrd="0" presId="urn:microsoft.com/office/officeart/2005/8/layout/orgChart1"/>
    <dgm:cxn modelId="{44B7C506-3DBF-BA44-BA30-1BE6D8E2BF32}" type="presOf" srcId="{481345A1-C5B8-DB44-8388-1A5DC96B8ED9}" destId="{4FFE669C-2F1C-4A4E-83F6-96775BAD3EF0}" srcOrd="0" destOrd="0" presId="urn:microsoft.com/office/officeart/2005/8/layout/orgChart1"/>
    <dgm:cxn modelId="{4AC13B09-5258-234D-B9ED-5332E0871319}" type="presOf" srcId="{170BE653-B40F-894B-8B59-934880FCF4D3}" destId="{3A7D69FD-377C-7740-AEB0-9AA97C92CFBD}" srcOrd="0" destOrd="0" presId="urn:microsoft.com/office/officeart/2005/8/layout/orgChart1"/>
    <dgm:cxn modelId="{4749BC0B-90B8-B24E-9C41-750A4A5C7A0C}" type="presOf" srcId="{754293F2-2437-084B-AE40-CFC92074BF9C}" destId="{7F9DD9AD-413E-A547-ABF2-7F053BFAF3A0}" srcOrd="0" destOrd="0" presId="urn:microsoft.com/office/officeart/2005/8/layout/orgChart1"/>
    <dgm:cxn modelId="{82BB530C-C06E-8E4A-A5EF-3BCFAB7581BC}" type="presOf" srcId="{C608DDB3-9B87-E840-9EA6-D8DDB545AF7E}" destId="{B2BDA66D-F2A9-4C46-A725-48B7C3F2A4EE}" srcOrd="0" destOrd="0" presId="urn:microsoft.com/office/officeart/2005/8/layout/orgChart1"/>
    <dgm:cxn modelId="{93BFCB0C-FCB3-BA46-987F-E97868F90623}" srcId="{CDA62265-55EA-A248-9E03-1D8E59344AA4}" destId="{31AD02C2-EB00-9543-9069-6EE0D83CB809}" srcOrd="6" destOrd="0" parTransId="{AF3AFB9A-5BB3-8C4A-A0D8-06857916EE32}" sibTransId="{D5419A52-408F-394C-8C33-D5E71A209F16}"/>
    <dgm:cxn modelId="{1C798A0F-9725-4248-AF0A-9BF276C16FE5}" type="presOf" srcId="{FDA9E348-402E-1549-92E7-5EA058856560}" destId="{8E1E10E2-DBB7-994A-81E7-C7876D249983}" srcOrd="0" destOrd="0" presId="urn:microsoft.com/office/officeart/2005/8/layout/orgChart1"/>
    <dgm:cxn modelId="{87EFF910-485B-484A-B05A-223F22ABF024}" type="presOf" srcId="{EBE6A0D5-D97F-5143-8312-3C9CA2C42921}" destId="{053DC903-6132-4547-A3D3-4B503091FB48}" srcOrd="1" destOrd="0" presId="urn:microsoft.com/office/officeart/2005/8/layout/orgChart1"/>
    <dgm:cxn modelId="{1A0C1116-3FC5-6B48-B02A-FBC9C8E0D3E3}" type="presOf" srcId="{CE894C20-8D84-764E-9049-A61CCDAE452A}" destId="{649F2DF4-5671-3041-A55F-C52767A6DC38}" srcOrd="0" destOrd="0" presId="urn:microsoft.com/office/officeart/2005/8/layout/orgChart1"/>
    <dgm:cxn modelId="{BF7F3716-DF29-3445-921B-C24794ABCAC0}" type="presOf" srcId="{4EFA8970-6A96-AB49-B3EA-15A4A78FC934}" destId="{62845321-B786-F145-9F15-3A00E80F4967}" srcOrd="1" destOrd="0" presId="urn:microsoft.com/office/officeart/2005/8/layout/orgChart1"/>
    <dgm:cxn modelId="{D2A56E16-B785-4D48-B066-075CB02E2679}" type="presOf" srcId="{2E81FC21-6C7C-204E-85BB-4C174E730CA0}" destId="{5BF2D0AB-0808-6B42-8B46-68BF58787BCF}" srcOrd="1" destOrd="0" presId="urn:microsoft.com/office/officeart/2005/8/layout/orgChart1"/>
    <dgm:cxn modelId="{DB01481C-337B-5047-AF0B-A8D49DCDE65F}" type="presOf" srcId="{FA43056E-CE14-0046-A85B-9B5D95617F3E}" destId="{BAFE2F17-294E-BF4C-BB51-6690A33E96BD}" srcOrd="1" destOrd="0" presId="urn:microsoft.com/office/officeart/2005/8/layout/orgChart1"/>
    <dgm:cxn modelId="{FF94521E-DAD6-5247-9537-6689905AAF84}" type="presOf" srcId="{7B5272EE-4CE7-2841-AA63-92B4ABE275DB}" destId="{59C24BC4-E09E-A241-BC22-8A288F91EE5C}" srcOrd="0" destOrd="0" presId="urn:microsoft.com/office/officeart/2005/8/layout/orgChart1"/>
    <dgm:cxn modelId="{999DA11F-C188-9040-99A0-605A8C78BD9D}" type="presOf" srcId="{3FBB9302-0BFF-834A-A528-0EE35A039D2E}" destId="{5C0ED1A7-24A3-6346-B55F-D994329C3650}" srcOrd="1" destOrd="0" presId="urn:microsoft.com/office/officeart/2005/8/layout/orgChart1"/>
    <dgm:cxn modelId="{1091D61F-C15E-9E45-81AF-121E2B34CE31}" type="presOf" srcId="{FA43056E-CE14-0046-A85B-9B5D95617F3E}" destId="{1169DE99-6755-5743-B76B-47C23C2290EC}" srcOrd="0" destOrd="0" presId="urn:microsoft.com/office/officeart/2005/8/layout/orgChart1"/>
    <dgm:cxn modelId="{FA0C0A22-715E-5A4A-BAC5-E2668AE1B449}" type="presOf" srcId="{5320ABF2-0389-AB49-8632-0821E6959F8C}" destId="{443631BF-7911-DE4A-8B38-29E0CCA7A459}" srcOrd="1" destOrd="0" presId="urn:microsoft.com/office/officeart/2005/8/layout/orgChart1"/>
    <dgm:cxn modelId="{36356F25-80A6-3841-9A6E-12EF697650A4}" srcId="{CCC52562-470A-6C4E-A224-42F0E7D9B8D1}" destId="{4EFA8970-6A96-AB49-B3EA-15A4A78FC934}" srcOrd="5" destOrd="0" parTransId="{99921C08-7659-224F-98EC-D6DC89FA6DB8}" sibTransId="{1F01406D-673D-284F-AFDF-23C9BD5E4F7D}"/>
    <dgm:cxn modelId="{2C3B5729-7698-FB43-9578-6FBFE3CF990D}" type="presOf" srcId="{BE0702A0-8D44-0844-AC02-6C8DD6B83812}" destId="{46DD6DA6-B511-3744-89CE-CFB41FDC1E5D}" srcOrd="0" destOrd="0" presId="urn:microsoft.com/office/officeart/2005/8/layout/orgChart1"/>
    <dgm:cxn modelId="{01251C2A-2085-1448-AE36-E13101FD6087}" type="presOf" srcId="{DE0B48A0-1033-7D42-8415-56029E7D32DC}" destId="{E3FD4A2F-71EF-E346-92D6-736C6D930861}" srcOrd="0" destOrd="0" presId="urn:microsoft.com/office/officeart/2005/8/layout/orgChart1"/>
    <dgm:cxn modelId="{D2C4752A-691C-F84F-B3F3-A9566C1099C8}" type="presOf" srcId="{8D51C905-D1C9-7E42-B683-4FE65AD63FB0}" destId="{1944D8EC-ECE8-2E41-B1EC-3384B2E44341}" srcOrd="0" destOrd="0" presId="urn:microsoft.com/office/officeart/2005/8/layout/orgChart1"/>
    <dgm:cxn modelId="{6885CE2A-333C-274B-8AF6-2E40C52FC85E}" type="presOf" srcId="{D7B3A825-5D68-B54C-969B-211F9EDED762}" destId="{43F232FD-6FAB-2E44-BE0C-7CE6418D7E89}" srcOrd="0" destOrd="0" presId="urn:microsoft.com/office/officeart/2005/8/layout/orgChart1"/>
    <dgm:cxn modelId="{28F60135-058D-1D4B-AD0A-8C4C8327078E}" type="presOf" srcId="{4EFA8970-6A96-AB49-B3EA-15A4A78FC934}" destId="{38480138-B76C-994B-8491-A04F7FF0ACDA}" srcOrd="0" destOrd="0" presId="urn:microsoft.com/office/officeart/2005/8/layout/orgChart1"/>
    <dgm:cxn modelId="{17A7363A-CB5C-F64D-AF56-B35C92FF5C41}" type="presOf" srcId="{5320ABF2-0389-AB49-8632-0821E6959F8C}" destId="{FC3A6606-CA82-E143-B299-BB21469341FF}" srcOrd="0" destOrd="0" presId="urn:microsoft.com/office/officeart/2005/8/layout/orgChart1"/>
    <dgm:cxn modelId="{21D1185B-F861-A346-9F7F-70137B546BB1}" srcId="{170BE653-B40F-894B-8B59-934880FCF4D3}" destId="{D7B3A825-5D68-B54C-969B-211F9EDED762}" srcOrd="0" destOrd="0" parTransId="{8AE4FDAF-488C-3B4E-8C1F-52DC19212181}" sibTransId="{255A6726-B6EC-8748-A790-D486DEA2ACA4}"/>
    <dgm:cxn modelId="{08F47E5B-3AB8-1542-8384-FA028A147607}" srcId="{E5D557BB-500C-304D-92D3-FFA1271FAE8B}" destId="{BE0702A0-8D44-0844-AC02-6C8DD6B83812}" srcOrd="0" destOrd="0" parTransId="{1ED647B2-CA34-D84D-B2D0-F2F70FE35548}" sibTransId="{C136D2FC-918E-F94E-8236-38C94C20224F}"/>
    <dgm:cxn modelId="{FD7C8661-29FA-7E48-AA9F-6E65EE09DA2E}" srcId="{04E14927-B148-7C4C-868D-C9CA3CAC3B37}" destId="{170BE653-B40F-894B-8B59-934880FCF4D3}" srcOrd="0" destOrd="0" parTransId="{C102FBB1-DFBD-8B46-90A7-343D351D1C62}" sibTransId="{03BCCFF3-1A0F-1643-93C0-A98643573230}"/>
    <dgm:cxn modelId="{AB14F341-4202-0347-9D6C-9FCD239A655F}" srcId="{04E14927-B148-7C4C-868D-C9CA3CAC3B37}" destId="{CDA62265-55EA-A248-9E03-1D8E59344AA4}" srcOrd="1" destOrd="0" parTransId="{2C39EE05-2B6A-0C41-AEA7-CA403648F36C}" sibTransId="{00BC025A-7FD8-B34E-A7BD-743379A492FE}"/>
    <dgm:cxn modelId="{81E2DA64-DF76-7A44-AD35-2EF9751D2FAB}" type="presOf" srcId="{31AD02C2-EB00-9543-9069-6EE0D83CB809}" destId="{5E45EF20-DEEC-584F-BB06-BDCD04D99EF2}" srcOrd="0" destOrd="0" presId="urn:microsoft.com/office/officeart/2005/8/layout/orgChart1"/>
    <dgm:cxn modelId="{F27AF264-8DCF-0747-9745-59223DDCD7B8}" srcId="{CCC52562-470A-6C4E-A224-42F0E7D9B8D1}" destId="{C4C34771-3CF8-334A-8DFD-02F19CDE461F}" srcOrd="2" destOrd="0" parTransId="{FDA9E348-402E-1549-92E7-5EA058856560}" sibTransId="{F0966530-D490-4547-8F5F-D036DA538523}"/>
    <dgm:cxn modelId="{5A54FF65-12F8-F74A-9179-37A8A98EA716}" srcId="{04E14927-B148-7C4C-868D-C9CA3CAC3B37}" destId="{CCC52562-470A-6C4E-A224-42F0E7D9B8D1}" srcOrd="3" destOrd="0" parTransId="{5143F49B-7F7B-B043-9585-2E06EFEB8E34}" sibTransId="{106E3C87-96E4-8B4C-90F1-02AA6F4BB215}"/>
    <dgm:cxn modelId="{1040E266-D853-9242-AFF4-CC8979690EDC}" type="presOf" srcId="{B2E44262-5868-674C-87BA-28C835EA2CCC}" destId="{34ABE46D-4DBA-6D40-BE80-3A856126FA9C}" srcOrd="0" destOrd="0" presId="urn:microsoft.com/office/officeart/2005/8/layout/orgChart1"/>
    <dgm:cxn modelId="{0C7E0167-55AB-DC48-8F92-ED8E7383B021}" type="presOf" srcId="{2E81FC21-6C7C-204E-85BB-4C174E730CA0}" destId="{8344416C-D24F-E749-BE77-B3247BA1D72A}" srcOrd="0" destOrd="0" presId="urn:microsoft.com/office/officeart/2005/8/layout/orgChart1"/>
    <dgm:cxn modelId="{C4CFA267-0D5B-6E45-92CC-E8CA84E398E7}" type="presOf" srcId="{0FE8A77E-1347-994C-87EA-6408B9C098F5}" destId="{E22F4301-B5DC-B048-A546-CCCDEC5B808A}" srcOrd="1" destOrd="0" presId="urn:microsoft.com/office/officeart/2005/8/layout/orgChart1"/>
    <dgm:cxn modelId="{91A11048-F9FA-C54A-8B29-1518C6640685}" type="presOf" srcId="{7B5272EE-4CE7-2841-AA63-92B4ABE275DB}" destId="{B90D1924-F3DD-494B-9CE7-C0AD27CD4C31}" srcOrd="1" destOrd="0" presId="urn:microsoft.com/office/officeart/2005/8/layout/orgChart1"/>
    <dgm:cxn modelId="{1B9ED348-48B0-4448-A46F-4DCA7C91BF1E}" type="presOf" srcId="{E5D557BB-500C-304D-92D3-FFA1271FAE8B}" destId="{F84A1817-EA26-B246-9788-4BD82E068174}" srcOrd="0" destOrd="0" presId="urn:microsoft.com/office/officeart/2005/8/layout/orgChart1"/>
    <dgm:cxn modelId="{6552F168-DF26-9949-9B58-452334E44477}" type="presOf" srcId="{C102FBB1-DFBD-8B46-90A7-343D351D1C62}" destId="{92B027C2-54FB-3F4F-82D3-601BC498860B}" srcOrd="0" destOrd="0" presId="urn:microsoft.com/office/officeart/2005/8/layout/orgChart1"/>
    <dgm:cxn modelId="{D0A05969-F342-DE4B-9095-0B9E25A99F78}" srcId="{FA43056E-CE14-0046-A85B-9B5D95617F3E}" destId="{04E14927-B148-7C4C-868D-C9CA3CAC3B37}" srcOrd="0" destOrd="0" parTransId="{C608DDB3-9B87-E840-9EA6-D8DDB545AF7E}" sibTransId="{5DA4EBF9-7F77-E340-BBE3-1F49703D770C}"/>
    <dgm:cxn modelId="{7900B749-85BE-0846-B32E-DC3D0F6866FA}" type="presOf" srcId="{1E88965B-7E6F-0C49-9CB4-73EF5F249786}" destId="{25D1F493-F0CC-0745-9DC1-3E185EF26965}" srcOrd="1" destOrd="0" presId="urn:microsoft.com/office/officeart/2005/8/layout/orgChart1"/>
    <dgm:cxn modelId="{F94FCB69-FFE6-AD46-9EE3-A1594536D346}" type="presOf" srcId="{CA6C0B6F-CB33-6840-9E57-B71BE21C912B}" destId="{CE880F18-5FF0-2A47-B1D3-989F0504ADD6}" srcOrd="0" destOrd="0" presId="urn:microsoft.com/office/officeart/2005/8/layout/orgChart1"/>
    <dgm:cxn modelId="{CC4C796A-23DB-9048-9E2F-DFAD6F85A41A}" srcId="{CDA62265-55EA-A248-9E03-1D8E59344AA4}" destId="{D05B5770-22EB-0943-BF5F-BE92A519EA3A}" srcOrd="3" destOrd="0" parTransId="{044D6184-D606-C74B-8D96-A7D7D244FEFE}" sibTransId="{5C053CBA-CB25-D540-813B-8D998D112A19}"/>
    <dgm:cxn modelId="{6962446E-816E-BB4E-976C-42CFA2AA3DD5}" type="presOf" srcId="{C4C34771-3CF8-334A-8DFD-02F19CDE461F}" destId="{19CABB75-8AFC-5747-8354-3D0B2B20C319}" srcOrd="0" destOrd="0" presId="urn:microsoft.com/office/officeart/2005/8/layout/orgChart1"/>
    <dgm:cxn modelId="{55F0236F-9DEB-674B-BE30-FB1734C4F131}" type="presOf" srcId="{D7B3A825-5D68-B54C-969B-211F9EDED762}" destId="{92FC8562-406A-E243-9B90-0CA6F371DC8A}" srcOrd="1" destOrd="0" presId="urn:microsoft.com/office/officeart/2005/8/layout/orgChart1"/>
    <dgm:cxn modelId="{F2EDCD4F-AB26-8449-BBE9-2C5FED969975}" type="presOf" srcId="{04E14927-B148-7C4C-868D-C9CA3CAC3B37}" destId="{F31CB23C-C537-DB4F-B57F-EF88E590B348}" srcOrd="0" destOrd="0" presId="urn:microsoft.com/office/officeart/2005/8/layout/orgChart1"/>
    <dgm:cxn modelId="{9DD6FE4F-E462-6B40-80BF-884EB5F59E44}" type="presOf" srcId="{CCC52562-470A-6C4E-A224-42F0E7D9B8D1}" destId="{30F63F13-7A21-7D40-9EFA-A233150B8CB4}" srcOrd="0" destOrd="0" presId="urn:microsoft.com/office/officeart/2005/8/layout/orgChart1"/>
    <dgm:cxn modelId="{61981D71-B719-B14E-99B4-058C654A6F92}" type="presOf" srcId="{99921C08-7659-224F-98EC-D6DC89FA6DB8}" destId="{99D01C02-89BE-7B4A-94DC-42B36279396B}" srcOrd="0" destOrd="0" presId="urn:microsoft.com/office/officeart/2005/8/layout/orgChart1"/>
    <dgm:cxn modelId="{65314353-AE08-2A48-8F93-46A49A2B5885}" type="presOf" srcId="{D05B5770-22EB-0943-BF5F-BE92A519EA3A}" destId="{BC0DE35F-DE2F-D041-B44E-5744ED6FAB44}" srcOrd="1" destOrd="0" presId="urn:microsoft.com/office/officeart/2005/8/layout/orgChart1"/>
    <dgm:cxn modelId="{DD544773-EEE6-D540-BA49-B660531B8849}" type="presOf" srcId="{170BE653-B40F-894B-8B59-934880FCF4D3}" destId="{F45B6911-F1E9-544A-B1C6-B024B4A3E1EC}" srcOrd="1" destOrd="0" presId="urn:microsoft.com/office/officeart/2005/8/layout/orgChart1"/>
    <dgm:cxn modelId="{ED449573-B477-A040-8F5A-B6C5FC3DA3BE}" type="presOf" srcId="{51B5D61B-0476-AC41-B815-F0985AC71DB6}" destId="{40649A9C-9D66-3E4A-AFA6-9FBFCBB49A6F}" srcOrd="0" destOrd="0" presId="urn:microsoft.com/office/officeart/2005/8/layout/orgChart1"/>
    <dgm:cxn modelId="{531BB673-A63F-1040-A947-DBC82B4C6F41}" type="presOf" srcId="{E8122730-858B-9443-8101-C162E8A055C7}" destId="{0A9F7AF6-0E84-504F-B633-7023F268A352}" srcOrd="0" destOrd="0" presId="urn:microsoft.com/office/officeart/2005/8/layout/orgChart1"/>
    <dgm:cxn modelId="{38455654-ABB8-5740-B1AA-5F1B54A31C03}" type="presOf" srcId="{EBE6A0D5-D97F-5143-8312-3C9CA2C42921}" destId="{DB27AF4D-6B0B-2244-9B3F-97098B76D7F6}" srcOrd="0" destOrd="0" presId="urn:microsoft.com/office/officeart/2005/8/layout/orgChart1"/>
    <dgm:cxn modelId="{0B913C77-7AF0-3A4B-8F4A-1661332E4B19}" type="presOf" srcId="{CDA62265-55EA-A248-9E03-1D8E59344AA4}" destId="{866F4887-DD14-D04F-86C0-2C9AE46ECD77}" srcOrd="0" destOrd="0" presId="urn:microsoft.com/office/officeart/2005/8/layout/orgChart1"/>
    <dgm:cxn modelId="{F9EE7F78-C1F8-264D-A216-6D4443B17117}" type="presOf" srcId="{CA6F96B9-8EEA-1045-919E-0570EE069191}" destId="{6CF06524-CA56-1B4B-985A-605CE6DD31C2}" srcOrd="1" destOrd="0" presId="urn:microsoft.com/office/officeart/2005/8/layout/orgChart1"/>
    <dgm:cxn modelId="{B5F28159-2812-E749-AFBE-3B0F3AC2C8BF}" type="presOf" srcId="{3D2961FB-1692-1246-AC22-67B7D67989FA}" destId="{C54245D2-728E-8D45-A889-73064245E4C2}" srcOrd="1" destOrd="0" presId="urn:microsoft.com/office/officeart/2005/8/layout/orgChart1"/>
    <dgm:cxn modelId="{9BE05181-9328-A443-B972-83CC179A2DDF}" type="presOf" srcId="{D5FF07A0-20A1-E94A-9B5C-4CF3823CA8E6}" destId="{D7381A02-B27F-DD4B-B3CD-F94388EEF7BC}" srcOrd="1" destOrd="0" presId="urn:microsoft.com/office/officeart/2005/8/layout/orgChart1"/>
    <dgm:cxn modelId="{C23DCA81-73DE-1C4E-8998-3C9A860FEDEE}" type="presOf" srcId="{1A246BBD-962D-554A-B9EE-F6395C2226B1}" destId="{48D979F0-B7DA-2148-86AA-225C43DC3967}" srcOrd="0" destOrd="0" presId="urn:microsoft.com/office/officeart/2005/8/layout/orgChart1"/>
    <dgm:cxn modelId="{EF518B87-EC96-C84C-B663-AF323B032118}" srcId="{BE0702A0-8D44-0844-AC02-6C8DD6B83812}" destId="{FA43056E-CE14-0046-A85B-9B5D95617F3E}" srcOrd="0" destOrd="0" parTransId="{B6CFC0A6-DD0A-F049-8EFA-F200143B41BD}" sibTransId="{7453D150-57CC-0E48-90A5-B6446A3963B0}"/>
    <dgm:cxn modelId="{7905AF8C-9181-9048-9120-A9D268DA6866}" srcId="{CCC52562-470A-6C4E-A224-42F0E7D9B8D1}" destId="{1E88965B-7E6F-0C49-9CB4-73EF5F249786}" srcOrd="4" destOrd="0" parTransId="{4DD81797-D639-5841-80E6-A2D8973C4D2F}" sibTransId="{1612E9C5-637A-1445-B88F-FC73484C68FC}"/>
    <dgm:cxn modelId="{1112058F-CAAA-0246-8BE2-6BB604907679}" type="presOf" srcId="{CCC52562-470A-6C4E-A224-42F0E7D9B8D1}" destId="{BB1E1FF2-D7D5-5F43-A013-F8ECAB01A3A7}" srcOrd="1" destOrd="0" presId="urn:microsoft.com/office/officeart/2005/8/layout/orgChart1"/>
    <dgm:cxn modelId="{4FE7B292-C073-A449-A4F5-A7D6C19D550C}" srcId="{CCC52562-470A-6C4E-A224-42F0E7D9B8D1}" destId="{3FBB9302-0BFF-834A-A528-0EE35A039D2E}" srcOrd="3" destOrd="0" parTransId="{754293F2-2437-084B-AE40-CFC92074BF9C}" sibTransId="{EFD45A15-802F-FC4F-A85B-88BC137D5656}"/>
    <dgm:cxn modelId="{E8685A95-D71F-224F-BDF6-6B5956D9B437}" type="presOf" srcId="{010FA890-F340-0145-B4B4-75337EF88A37}" destId="{81185C0B-25B9-5D4F-826D-142D515E4AE3}" srcOrd="0" destOrd="0" presId="urn:microsoft.com/office/officeart/2005/8/layout/orgChart1"/>
    <dgm:cxn modelId="{7A002D9D-4027-BF41-9C6A-E5F650E5EA0B}" type="presOf" srcId="{B6CFC0A6-DD0A-F049-8EFA-F200143B41BD}" destId="{26C4E009-08C9-C04C-9EC8-CD1A22CA66BB}" srcOrd="0" destOrd="0" presId="urn:microsoft.com/office/officeart/2005/8/layout/orgChart1"/>
    <dgm:cxn modelId="{896615A2-860A-624D-925C-69A5E7EA8E18}" type="presOf" srcId="{D5FF07A0-20A1-E94A-9B5C-4CF3823CA8E6}" destId="{FD48AD75-7BE2-1847-9E94-C048CF23E70C}" srcOrd="0" destOrd="0" presId="urn:microsoft.com/office/officeart/2005/8/layout/orgChart1"/>
    <dgm:cxn modelId="{33E566A2-ED9E-9B47-953F-8A104209E8AF}" type="presOf" srcId="{04E14927-B148-7C4C-868D-C9CA3CAC3B37}" destId="{7AC84FA2-F0DE-F74D-92F1-FC39348EEB30}" srcOrd="1" destOrd="0" presId="urn:microsoft.com/office/officeart/2005/8/layout/orgChart1"/>
    <dgm:cxn modelId="{EF822CA7-7F09-2647-ABDC-FB42D5E4CA4B}" type="presOf" srcId="{3D2961FB-1692-1246-AC22-67B7D67989FA}" destId="{2166EA62-418E-2D47-AB41-29B8A5DF7082}" srcOrd="0" destOrd="0" presId="urn:microsoft.com/office/officeart/2005/8/layout/orgChart1"/>
    <dgm:cxn modelId="{6B3FA8A7-B6E2-7C45-BF69-B08BAF25CF07}" srcId="{170BE653-B40F-894B-8B59-934880FCF4D3}" destId="{5320ABF2-0389-AB49-8632-0821E6959F8C}" srcOrd="2" destOrd="0" parTransId="{481345A1-C5B8-DB44-8388-1A5DC96B8ED9}" sibTransId="{00621A52-9B32-7045-ACDA-507F5718D807}"/>
    <dgm:cxn modelId="{84B44CA8-794F-3149-BD53-99134B799CE5}" type="presOf" srcId="{CDA62265-55EA-A248-9E03-1D8E59344AA4}" destId="{53401032-8AA0-9D48-87D6-93A8B3D361D1}" srcOrd="1" destOrd="0" presId="urn:microsoft.com/office/officeart/2005/8/layout/orgChart1"/>
    <dgm:cxn modelId="{623416A9-27BC-D944-B87F-FADF70275CFA}" type="presOf" srcId="{39FBF8DA-AE59-8C49-A456-72B4D581042B}" destId="{760803D6-BF87-5F49-B514-60BF00F7E4DB}" srcOrd="0" destOrd="0" presId="urn:microsoft.com/office/officeart/2005/8/layout/orgChart1"/>
    <dgm:cxn modelId="{4C0771A9-F76F-DB4B-BD92-69AEC182D2FD}" type="presOf" srcId="{8377DAA3-B872-B241-B647-961698B86257}" destId="{7ADCD5D6-20A0-964D-AE45-85B560ED0522}" srcOrd="0" destOrd="0" presId="urn:microsoft.com/office/officeart/2005/8/layout/orgChart1"/>
    <dgm:cxn modelId="{D5D9DEAA-CC2F-4C4B-968A-3239111EDE13}" srcId="{CDA62265-55EA-A248-9E03-1D8E59344AA4}" destId="{D5FF07A0-20A1-E94A-9B5C-4CF3823CA8E6}" srcOrd="1" destOrd="0" parTransId="{828347EE-F835-9746-BE45-25400D89E1A2}" sibTransId="{768F9EAE-1A2B-9D41-9AC6-28A144D4986E}"/>
    <dgm:cxn modelId="{0EDC11AC-527B-DB44-84EC-56430A67A213}" type="presOf" srcId="{1E88965B-7E6F-0C49-9CB4-73EF5F249786}" destId="{C0E8AE59-34BB-FB4F-A7D7-D4F1FBC81074}" srcOrd="0" destOrd="0" presId="urn:microsoft.com/office/officeart/2005/8/layout/orgChart1"/>
    <dgm:cxn modelId="{CE8569B3-4F47-A541-884C-51C35ABD58AF}" srcId="{CCC52562-470A-6C4E-A224-42F0E7D9B8D1}" destId="{B2E44262-5868-674C-87BA-28C835EA2CCC}" srcOrd="0" destOrd="0" parTransId="{8D51C905-D1C9-7E42-B683-4FE65AD63FB0}" sibTransId="{64AD67D5-0156-AA4F-A7C2-D443BA78B24D}"/>
    <dgm:cxn modelId="{6EB7A0B5-717F-814D-B4A0-5962DC57763E}" type="presOf" srcId="{828347EE-F835-9746-BE45-25400D89E1A2}" destId="{67AFB70C-3F3F-A548-864A-4A43371DFF77}" srcOrd="0" destOrd="0" presId="urn:microsoft.com/office/officeart/2005/8/layout/orgChart1"/>
    <dgm:cxn modelId="{0377A0BE-04B2-6445-995C-E4B711C96673}" type="presOf" srcId="{653528DB-F126-E14D-9219-63F00E45201B}" destId="{B6D4CF57-B17D-2A4B-B98A-2007C59776DC}" srcOrd="0" destOrd="0" presId="urn:microsoft.com/office/officeart/2005/8/layout/orgChart1"/>
    <dgm:cxn modelId="{BB2DE8C0-74BE-304E-9D51-7BB77AF56866}" type="presOf" srcId="{044D6184-D606-C74B-8D96-A7D7D244FEFE}" destId="{6889FDF8-0BF6-DC46-978C-73CAB832C519}" srcOrd="0" destOrd="0" presId="urn:microsoft.com/office/officeart/2005/8/layout/orgChart1"/>
    <dgm:cxn modelId="{EF42CEC1-E709-B54D-B309-E3F5F5880CF7}" type="presOf" srcId="{CE894C20-8D84-764E-9049-A61CCDAE452A}" destId="{E329A7AE-7BF3-C840-8775-1F9211A1AC65}" srcOrd="1" destOrd="0" presId="urn:microsoft.com/office/officeart/2005/8/layout/orgChart1"/>
    <dgm:cxn modelId="{1D8B55CC-7B53-7149-A275-765CEDE93C84}" type="presOf" srcId="{31AD02C2-EB00-9543-9069-6EE0D83CB809}" destId="{55428D40-E1BB-DE47-A889-92AB77B5C0D9}" srcOrd="1" destOrd="0" presId="urn:microsoft.com/office/officeart/2005/8/layout/orgChart1"/>
    <dgm:cxn modelId="{DFE57FCD-C731-F249-9CA4-0EEBA5A138A7}" type="presOf" srcId="{C4C34771-3CF8-334A-8DFD-02F19CDE461F}" destId="{23C823D0-D83C-DD41-B841-7B9C345F5587}" srcOrd="1" destOrd="0" presId="urn:microsoft.com/office/officeart/2005/8/layout/orgChart1"/>
    <dgm:cxn modelId="{67169ACD-2C03-9344-93AB-1B04AA5F453C}" srcId="{CDA62265-55EA-A248-9E03-1D8E59344AA4}" destId="{51B5D61B-0476-AC41-B815-F0985AC71DB6}" srcOrd="2" destOrd="0" parTransId="{E8122730-858B-9443-8101-C162E8A055C7}" sibTransId="{7354C7FE-CC33-D947-8F31-B222C11ECB57}"/>
    <dgm:cxn modelId="{BB1921CE-B6BB-4D46-9A1D-9E8EAB89F739}" type="presOf" srcId="{CA6F96B9-8EEA-1045-919E-0570EE069191}" destId="{886775B9-9664-9747-AC96-96667E259C9C}" srcOrd="0" destOrd="0" presId="urn:microsoft.com/office/officeart/2005/8/layout/orgChart1"/>
    <dgm:cxn modelId="{675E2FD1-F855-C34F-81D2-E9EFC0F47895}" srcId="{CDA62265-55EA-A248-9E03-1D8E59344AA4}" destId="{0FE8A77E-1347-994C-87EA-6408B9C098F5}" srcOrd="5" destOrd="0" parTransId="{653528DB-F126-E14D-9219-63F00E45201B}" sibTransId="{52FF7FA6-4452-C04E-BDC7-6D69920200F9}"/>
    <dgm:cxn modelId="{54A994D1-317B-5A4B-B663-FAAA0AD10F17}" type="presOf" srcId="{8AE4FDAF-488C-3B4E-8C1F-52DC19212181}" destId="{ABDBA0A6-D6A2-B349-927E-1068EABB8BF3}" srcOrd="0" destOrd="0" presId="urn:microsoft.com/office/officeart/2005/8/layout/orgChart1"/>
    <dgm:cxn modelId="{1CC7D9D3-A3B9-7D47-980E-CFCF209C7229}" type="presOf" srcId="{BE0702A0-8D44-0844-AC02-6C8DD6B83812}" destId="{45FE7A74-DAB0-6E4F-BACA-EF76A484D2DA}" srcOrd="1" destOrd="0" presId="urn:microsoft.com/office/officeart/2005/8/layout/orgChart1"/>
    <dgm:cxn modelId="{D5E85FD4-73C9-6341-A52B-FF5B157EE422}" srcId="{CDA62265-55EA-A248-9E03-1D8E59344AA4}" destId="{CE894C20-8D84-764E-9049-A61CCDAE452A}" srcOrd="4" destOrd="0" parTransId="{1A246BBD-962D-554A-B9EE-F6395C2226B1}" sibTransId="{997877F8-A830-224B-8CEC-173499C6F482}"/>
    <dgm:cxn modelId="{057D8DDB-C186-424E-A7AD-6DA5CC919292}" srcId="{170BE653-B40F-894B-8B59-934880FCF4D3}" destId="{EBE6A0D5-D97F-5143-8312-3C9CA2C42921}" srcOrd="1" destOrd="0" parTransId="{010FA890-F340-0145-B4B4-75337EF88A37}" sibTransId="{A7B2E7A3-8C16-F64D-81D7-16472EC9B37B}"/>
    <dgm:cxn modelId="{DE8237EA-6BAF-D145-9CE8-43EBEC9F7EBE}" srcId="{CDA62265-55EA-A248-9E03-1D8E59344AA4}" destId="{2E81FC21-6C7C-204E-85BB-4C174E730CA0}" srcOrd="0" destOrd="0" parTransId="{39FBF8DA-AE59-8C49-A456-72B4D581042B}" sibTransId="{960EC80F-D661-A143-B462-BD01621D838A}"/>
    <dgm:cxn modelId="{610B51EB-E491-714A-983E-64EA43EFF41C}" type="presOf" srcId="{5143F49B-7F7B-B043-9585-2E06EFEB8E34}" destId="{C2F65C7B-BBE1-6F45-9EB3-CB1D9A6EFE8A}" srcOrd="0" destOrd="0" presId="urn:microsoft.com/office/officeart/2005/8/layout/orgChart1"/>
    <dgm:cxn modelId="{BBA267F6-ABAA-1D40-BADE-9C9F45B2E728}" type="presOf" srcId="{AF3AFB9A-5BB3-8C4A-A0D8-06857916EE32}" destId="{64D3C083-DD90-124C-8F99-A42BFF4E26F2}" srcOrd="0" destOrd="0" presId="urn:microsoft.com/office/officeart/2005/8/layout/orgChart1"/>
    <dgm:cxn modelId="{63EA7AF9-DB8F-4741-B4A1-28CFBB260744}" type="presOf" srcId="{D05B5770-22EB-0943-BF5F-BE92A519EA3A}" destId="{D5FEFCB0-588A-2C47-BCCD-013BBE27E2D7}" srcOrd="0" destOrd="0" presId="urn:microsoft.com/office/officeart/2005/8/layout/orgChart1"/>
    <dgm:cxn modelId="{5892ECFC-950F-A140-9125-C334FFEFCBE6}" type="presOf" srcId="{2C39EE05-2B6A-0C41-AEA7-CA403648F36C}" destId="{277AAD35-0470-FE40-A6FD-748A9B68B15B}" srcOrd="0" destOrd="0" presId="urn:microsoft.com/office/officeart/2005/8/layout/orgChart1"/>
    <dgm:cxn modelId="{2B9939FF-2925-4C47-B47E-D5A824D199EF}" type="presOf" srcId="{B2E44262-5868-674C-87BA-28C835EA2CCC}" destId="{17FB0CA3-331C-2041-B617-5DD594AA1F82}" srcOrd="1" destOrd="0" presId="urn:microsoft.com/office/officeart/2005/8/layout/orgChart1"/>
    <dgm:cxn modelId="{9696DB3D-E67B-424F-BB89-0127177FADF8}" type="presParOf" srcId="{F84A1817-EA26-B246-9788-4BD82E068174}" destId="{CF3DE963-446E-0E48-95D2-F8A1EFFD33A2}" srcOrd="0" destOrd="0" presId="urn:microsoft.com/office/officeart/2005/8/layout/orgChart1"/>
    <dgm:cxn modelId="{4321F1A6-EADB-0046-94F3-A30938E3FD28}" type="presParOf" srcId="{CF3DE963-446E-0E48-95D2-F8A1EFFD33A2}" destId="{CCBDF2C1-473F-9E48-9C19-8D8D1F25D13B}" srcOrd="0" destOrd="0" presId="urn:microsoft.com/office/officeart/2005/8/layout/orgChart1"/>
    <dgm:cxn modelId="{3361758C-D95D-AD4A-A349-DAFEB73A4B86}" type="presParOf" srcId="{CCBDF2C1-473F-9E48-9C19-8D8D1F25D13B}" destId="{46DD6DA6-B511-3744-89CE-CFB41FDC1E5D}" srcOrd="0" destOrd="0" presId="urn:microsoft.com/office/officeart/2005/8/layout/orgChart1"/>
    <dgm:cxn modelId="{FE4B380D-8DE0-894D-9204-99D8AA288B5D}" type="presParOf" srcId="{CCBDF2C1-473F-9E48-9C19-8D8D1F25D13B}" destId="{45FE7A74-DAB0-6E4F-BACA-EF76A484D2DA}" srcOrd="1" destOrd="0" presId="urn:microsoft.com/office/officeart/2005/8/layout/orgChart1"/>
    <dgm:cxn modelId="{BFB8C5BC-B84B-4647-A428-10FDF21590D6}" type="presParOf" srcId="{CF3DE963-446E-0E48-95D2-F8A1EFFD33A2}" destId="{9D7E69BD-55E9-5D48-9336-171E02863588}" srcOrd="1" destOrd="0" presId="urn:microsoft.com/office/officeart/2005/8/layout/orgChart1"/>
    <dgm:cxn modelId="{31C09A9D-7FD1-DC4B-9308-BBB32C5AB82B}" type="presParOf" srcId="{9D7E69BD-55E9-5D48-9336-171E02863588}" destId="{26C4E009-08C9-C04C-9EC8-CD1A22CA66BB}" srcOrd="0" destOrd="0" presId="urn:microsoft.com/office/officeart/2005/8/layout/orgChart1"/>
    <dgm:cxn modelId="{40A7FC85-6A1D-5C41-B2FB-D71ADB53D77E}" type="presParOf" srcId="{9D7E69BD-55E9-5D48-9336-171E02863588}" destId="{1044A325-7212-7B4D-97BE-39382FC3BAEA}" srcOrd="1" destOrd="0" presId="urn:microsoft.com/office/officeart/2005/8/layout/orgChart1"/>
    <dgm:cxn modelId="{0AF18826-99A5-974F-A1A2-5A1429D2AC55}" type="presParOf" srcId="{1044A325-7212-7B4D-97BE-39382FC3BAEA}" destId="{6E1472FA-2D6B-AC46-B997-F320161CF5E4}" srcOrd="0" destOrd="0" presId="urn:microsoft.com/office/officeart/2005/8/layout/orgChart1"/>
    <dgm:cxn modelId="{A36F64C0-7199-6445-87F0-D1324B9A6378}" type="presParOf" srcId="{6E1472FA-2D6B-AC46-B997-F320161CF5E4}" destId="{1169DE99-6755-5743-B76B-47C23C2290EC}" srcOrd="0" destOrd="0" presId="urn:microsoft.com/office/officeart/2005/8/layout/orgChart1"/>
    <dgm:cxn modelId="{DF60CB57-5B61-654C-9E0A-ACA5C79BA895}" type="presParOf" srcId="{6E1472FA-2D6B-AC46-B997-F320161CF5E4}" destId="{BAFE2F17-294E-BF4C-BB51-6690A33E96BD}" srcOrd="1" destOrd="0" presId="urn:microsoft.com/office/officeart/2005/8/layout/orgChart1"/>
    <dgm:cxn modelId="{8A4D9EE5-1B2E-B644-849A-1FD4307D0D8B}" type="presParOf" srcId="{1044A325-7212-7B4D-97BE-39382FC3BAEA}" destId="{46E9AAFC-537D-F94A-B153-30850302519A}" srcOrd="1" destOrd="0" presId="urn:microsoft.com/office/officeart/2005/8/layout/orgChart1"/>
    <dgm:cxn modelId="{9C97B0AE-C5F8-594D-97E9-5C0259F5CE4B}" type="presParOf" srcId="{46E9AAFC-537D-F94A-B153-30850302519A}" destId="{B2BDA66D-F2A9-4C46-A725-48B7C3F2A4EE}" srcOrd="0" destOrd="0" presId="urn:microsoft.com/office/officeart/2005/8/layout/orgChart1"/>
    <dgm:cxn modelId="{7EB222BD-7AC1-7242-88AE-09C0E0CCEFFC}" type="presParOf" srcId="{46E9AAFC-537D-F94A-B153-30850302519A}" destId="{307A545A-2815-6547-8402-5A3796EF9E82}" srcOrd="1" destOrd="0" presId="urn:microsoft.com/office/officeart/2005/8/layout/orgChart1"/>
    <dgm:cxn modelId="{0F50CC04-9927-194A-B7D9-686B7657A878}" type="presParOf" srcId="{307A545A-2815-6547-8402-5A3796EF9E82}" destId="{41D33DEA-D480-A648-AE51-DDF2DFAC73C0}" srcOrd="0" destOrd="0" presId="urn:microsoft.com/office/officeart/2005/8/layout/orgChart1"/>
    <dgm:cxn modelId="{4CFB0B05-666E-864B-8C8C-5C14E872C55E}" type="presParOf" srcId="{41D33DEA-D480-A648-AE51-DDF2DFAC73C0}" destId="{F31CB23C-C537-DB4F-B57F-EF88E590B348}" srcOrd="0" destOrd="0" presId="urn:microsoft.com/office/officeart/2005/8/layout/orgChart1"/>
    <dgm:cxn modelId="{0E18BD6A-D26F-2842-8C35-CC488E2ECACE}" type="presParOf" srcId="{41D33DEA-D480-A648-AE51-DDF2DFAC73C0}" destId="{7AC84FA2-F0DE-F74D-92F1-FC39348EEB30}" srcOrd="1" destOrd="0" presId="urn:microsoft.com/office/officeart/2005/8/layout/orgChart1"/>
    <dgm:cxn modelId="{7BC672B4-58DF-ED47-887D-6B95ABD06B2E}" type="presParOf" srcId="{307A545A-2815-6547-8402-5A3796EF9E82}" destId="{5B05F7D4-7028-C24A-9A5C-8E2944987984}" srcOrd="1" destOrd="0" presId="urn:microsoft.com/office/officeart/2005/8/layout/orgChart1"/>
    <dgm:cxn modelId="{E01AA175-AAF7-304E-A5CD-409AF0793223}" type="presParOf" srcId="{5B05F7D4-7028-C24A-9A5C-8E2944987984}" destId="{92B027C2-54FB-3F4F-82D3-601BC498860B}" srcOrd="0" destOrd="0" presId="urn:microsoft.com/office/officeart/2005/8/layout/orgChart1"/>
    <dgm:cxn modelId="{3CEDDE39-BDF9-224D-A971-9D071E31AF6F}" type="presParOf" srcId="{5B05F7D4-7028-C24A-9A5C-8E2944987984}" destId="{1897DAE2-474F-1047-86AB-732B782773AC}" srcOrd="1" destOrd="0" presId="urn:microsoft.com/office/officeart/2005/8/layout/orgChart1"/>
    <dgm:cxn modelId="{0BC2A4B9-E2AE-6A42-A371-73072BCFF05A}" type="presParOf" srcId="{1897DAE2-474F-1047-86AB-732B782773AC}" destId="{DB23183E-A740-5840-832D-1C9E94A31D36}" srcOrd="0" destOrd="0" presId="urn:microsoft.com/office/officeart/2005/8/layout/orgChart1"/>
    <dgm:cxn modelId="{F7A96E2B-A673-B84A-B1B5-9FEBEAC048BF}" type="presParOf" srcId="{DB23183E-A740-5840-832D-1C9E94A31D36}" destId="{3A7D69FD-377C-7740-AEB0-9AA97C92CFBD}" srcOrd="0" destOrd="0" presId="urn:microsoft.com/office/officeart/2005/8/layout/orgChart1"/>
    <dgm:cxn modelId="{1E065706-791C-DE4B-A48F-5207360F811C}" type="presParOf" srcId="{DB23183E-A740-5840-832D-1C9E94A31D36}" destId="{F45B6911-F1E9-544A-B1C6-B024B4A3E1EC}" srcOrd="1" destOrd="0" presId="urn:microsoft.com/office/officeart/2005/8/layout/orgChart1"/>
    <dgm:cxn modelId="{006D26F0-B3BA-AA49-A30F-01996F0A4D01}" type="presParOf" srcId="{1897DAE2-474F-1047-86AB-732B782773AC}" destId="{560A43A5-D461-BC45-934E-381A0E3A10F7}" srcOrd="1" destOrd="0" presId="urn:microsoft.com/office/officeart/2005/8/layout/orgChart1"/>
    <dgm:cxn modelId="{FD3D9E1B-3104-D149-89EC-A4255999B392}" type="presParOf" srcId="{560A43A5-D461-BC45-934E-381A0E3A10F7}" destId="{ABDBA0A6-D6A2-B349-927E-1068EABB8BF3}" srcOrd="0" destOrd="0" presId="urn:microsoft.com/office/officeart/2005/8/layout/orgChart1"/>
    <dgm:cxn modelId="{72D2550F-BDE2-4C42-902E-742A20B074F5}" type="presParOf" srcId="{560A43A5-D461-BC45-934E-381A0E3A10F7}" destId="{AA8CE206-8A3E-CA4A-A13E-DB08E97BF392}" srcOrd="1" destOrd="0" presId="urn:microsoft.com/office/officeart/2005/8/layout/orgChart1"/>
    <dgm:cxn modelId="{82F428B5-03F5-4341-A8E1-65224B51D8F2}" type="presParOf" srcId="{AA8CE206-8A3E-CA4A-A13E-DB08E97BF392}" destId="{607342C2-27EF-1E42-A5F1-A06D05237F7B}" srcOrd="0" destOrd="0" presId="urn:microsoft.com/office/officeart/2005/8/layout/orgChart1"/>
    <dgm:cxn modelId="{0E729E46-B3DF-2D40-A4DD-ECD11B6D8A8F}" type="presParOf" srcId="{607342C2-27EF-1E42-A5F1-A06D05237F7B}" destId="{43F232FD-6FAB-2E44-BE0C-7CE6418D7E89}" srcOrd="0" destOrd="0" presId="urn:microsoft.com/office/officeart/2005/8/layout/orgChart1"/>
    <dgm:cxn modelId="{F497443E-CB7A-8E4E-A026-6529946CEA30}" type="presParOf" srcId="{607342C2-27EF-1E42-A5F1-A06D05237F7B}" destId="{92FC8562-406A-E243-9B90-0CA6F371DC8A}" srcOrd="1" destOrd="0" presId="urn:microsoft.com/office/officeart/2005/8/layout/orgChart1"/>
    <dgm:cxn modelId="{9D0DDBBB-054D-004D-94C9-0FD05612D11A}" type="presParOf" srcId="{AA8CE206-8A3E-CA4A-A13E-DB08E97BF392}" destId="{D02FB108-D72C-8647-9CF5-B55E07D3CA71}" srcOrd="1" destOrd="0" presId="urn:microsoft.com/office/officeart/2005/8/layout/orgChart1"/>
    <dgm:cxn modelId="{1F8A7CD7-1CC3-5D4D-A0C8-8B836B7726E1}" type="presParOf" srcId="{AA8CE206-8A3E-CA4A-A13E-DB08E97BF392}" destId="{F7324071-2F5E-5A45-B9F0-3936BF604DC9}" srcOrd="2" destOrd="0" presId="urn:microsoft.com/office/officeart/2005/8/layout/orgChart1"/>
    <dgm:cxn modelId="{619A4A00-7A0D-D844-93B4-E08CCAD6917A}" type="presParOf" srcId="{560A43A5-D461-BC45-934E-381A0E3A10F7}" destId="{81185C0B-25B9-5D4F-826D-142D515E4AE3}" srcOrd="2" destOrd="0" presId="urn:microsoft.com/office/officeart/2005/8/layout/orgChart1"/>
    <dgm:cxn modelId="{FEC26273-237B-2645-B2B6-0AFAD5C622BC}" type="presParOf" srcId="{560A43A5-D461-BC45-934E-381A0E3A10F7}" destId="{F58D597E-7305-D748-BC9D-A30053042279}" srcOrd="3" destOrd="0" presId="urn:microsoft.com/office/officeart/2005/8/layout/orgChart1"/>
    <dgm:cxn modelId="{064E2C7D-B6EB-9D4D-B993-B92958F82BB3}" type="presParOf" srcId="{F58D597E-7305-D748-BC9D-A30053042279}" destId="{230B476A-85BC-D740-BC07-1124F45FA32A}" srcOrd="0" destOrd="0" presId="urn:microsoft.com/office/officeart/2005/8/layout/orgChart1"/>
    <dgm:cxn modelId="{278C2626-8521-A74F-8ADE-952E8035485A}" type="presParOf" srcId="{230B476A-85BC-D740-BC07-1124F45FA32A}" destId="{DB27AF4D-6B0B-2244-9B3F-97098B76D7F6}" srcOrd="0" destOrd="0" presId="urn:microsoft.com/office/officeart/2005/8/layout/orgChart1"/>
    <dgm:cxn modelId="{FF1262F6-52C1-604E-8290-AAD7F5A4697E}" type="presParOf" srcId="{230B476A-85BC-D740-BC07-1124F45FA32A}" destId="{053DC903-6132-4547-A3D3-4B503091FB48}" srcOrd="1" destOrd="0" presId="urn:microsoft.com/office/officeart/2005/8/layout/orgChart1"/>
    <dgm:cxn modelId="{638879A8-C5D1-714E-A878-C4802A9D43D4}" type="presParOf" srcId="{F58D597E-7305-D748-BC9D-A30053042279}" destId="{ED95CCE5-1B81-3F4D-A396-0A04E8860ABA}" srcOrd="1" destOrd="0" presId="urn:microsoft.com/office/officeart/2005/8/layout/orgChart1"/>
    <dgm:cxn modelId="{006BCB88-8328-2645-9823-978F26CE5E9A}" type="presParOf" srcId="{F58D597E-7305-D748-BC9D-A30053042279}" destId="{E58D4F45-E2BB-F341-8BF5-2FC6A9311673}" srcOrd="2" destOrd="0" presId="urn:microsoft.com/office/officeart/2005/8/layout/orgChart1"/>
    <dgm:cxn modelId="{12255005-25D3-EC48-8166-FABC9569C8F9}" type="presParOf" srcId="{560A43A5-D461-BC45-934E-381A0E3A10F7}" destId="{4FFE669C-2F1C-4A4E-83F6-96775BAD3EF0}" srcOrd="4" destOrd="0" presId="urn:microsoft.com/office/officeart/2005/8/layout/orgChart1"/>
    <dgm:cxn modelId="{FBD05D65-F8EF-8F49-9823-20010960253A}" type="presParOf" srcId="{560A43A5-D461-BC45-934E-381A0E3A10F7}" destId="{C3310E37-6A54-5E4C-AC89-71B26E12DF91}" srcOrd="5" destOrd="0" presId="urn:microsoft.com/office/officeart/2005/8/layout/orgChart1"/>
    <dgm:cxn modelId="{BD37D292-9ED4-434B-8352-02EBDCE6971F}" type="presParOf" srcId="{C3310E37-6A54-5E4C-AC89-71B26E12DF91}" destId="{8E50916E-FB76-0745-A592-05BC0F24ED6B}" srcOrd="0" destOrd="0" presId="urn:microsoft.com/office/officeart/2005/8/layout/orgChart1"/>
    <dgm:cxn modelId="{2306EBA4-2104-5641-A518-1065D8709B3D}" type="presParOf" srcId="{8E50916E-FB76-0745-A592-05BC0F24ED6B}" destId="{FC3A6606-CA82-E143-B299-BB21469341FF}" srcOrd="0" destOrd="0" presId="urn:microsoft.com/office/officeart/2005/8/layout/orgChart1"/>
    <dgm:cxn modelId="{FE8DDBE8-84C8-F144-AC62-B952664B485B}" type="presParOf" srcId="{8E50916E-FB76-0745-A592-05BC0F24ED6B}" destId="{443631BF-7911-DE4A-8B38-29E0CCA7A459}" srcOrd="1" destOrd="0" presId="urn:microsoft.com/office/officeart/2005/8/layout/orgChart1"/>
    <dgm:cxn modelId="{51BEE0DF-6F18-B64A-825C-917C60114D18}" type="presParOf" srcId="{C3310E37-6A54-5E4C-AC89-71B26E12DF91}" destId="{B897702A-F8B3-9B4C-B334-5CF5466A680C}" srcOrd="1" destOrd="0" presId="urn:microsoft.com/office/officeart/2005/8/layout/orgChart1"/>
    <dgm:cxn modelId="{A57B5DB2-FBA4-764B-95FD-65EE4C9C32B0}" type="presParOf" srcId="{C3310E37-6A54-5E4C-AC89-71B26E12DF91}" destId="{F02B3CC3-9AC6-A54D-8F8C-B73E0AAB6162}" srcOrd="2" destOrd="0" presId="urn:microsoft.com/office/officeart/2005/8/layout/orgChart1"/>
    <dgm:cxn modelId="{44190E7B-C664-4C42-BC33-10BC46EBFB92}" type="presParOf" srcId="{1897DAE2-474F-1047-86AB-732B782773AC}" destId="{D2CB0C26-65C1-F14A-BAAA-DE0CD491F7FF}" srcOrd="2" destOrd="0" presId="urn:microsoft.com/office/officeart/2005/8/layout/orgChart1"/>
    <dgm:cxn modelId="{B9B0C858-8FD5-FC46-8FE6-F1B0076B8E02}" type="presParOf" srcId="{5B05F7D4-7028-C24A-9A5C-8E2944987984}" destId="{277AAD35-0470-FE40-A6FD-748A9B68B15B}" srcOrd="2" destOrd="0" presId="urn:microsoft.com/office/officeart/2005/8/layout/orgChart1"/>
    <dgm:cxn modelId="{D5276915-C90D-974B-9FDC-54A70513103F}" type="presParOf" srcId="{5B05F7D4-7028-C24A-9A5C-8E2944987984}" destId="{C6CAF020-930C-DE48-8371-74EF0BFEF675}" srcOrd="3" destOrd="0" presId="urn:microsoft.com/office/officeart/2005/8/layout/orgChart1"/>
    <dgm:cxn modelId="{D1E0CFCD-4822-434A-B1F4-50C0E026B2E7}" type="presParOf" srcId="{C6CAF020-930C-DE48-8371-74EF0BFEF675}" destId="{D989D387-6690-924F-8C6C-05CE91DA50DD}" srcOrd="0" destOrd="0" presId="urn:microsoft.com/office/officeart/2005/8/layout/orgChart1"/>
    <dgm:cxn modelId="{FCBAEBE2-F2DC-0E4E-A0D2-26C3148BAA91}" type="presParOf" srcId="{D989D387-6690-924F-8C6C-05CE91DA50DD}" destId="{866F4887-DD14-D04F-86C0-2C9AE46ECD77}" srcOrd="0" destOrd="0" presId="urn:microsoft.com/office/officeart/2005/8/layout/orgChart1"/>
    <dgm:cxn modelId="{830E689F-E9A5-F44D-94DD-E8DCED10424F}" type="presParOf" srcId="{D989D387-6690-924F-8C6C-05CE91DA50DD}" destId="{53401032-8AA0-9D48-87D6-93A8B3D361D1}" srcOrd="1" destOrd="0" presId="urn:microsoft.com/office/officeart/2005/8/layout/orgChart1"/>
    <dgm:cxn modelId="{10637DDC-6FB7-904E-A091-38FF2AB7E584}" type="presParOf" srcId="{C6CAF020-930C-DE48-8371-74EF0BFEF675}" destId="{88EE478B-9204-8E4F-894B-38E60C237E36}" srcOrd="1" destOrd="0" presId="urn:microsoft.com/office/officeart/2005/8/layout/orgChart1"/>
    <dgm:cxn modelId="{4AB1D853-C384-4949-9FBE-D04FE7211912}" type="presParOf" srcId="{88EE478B-9204-8E4F-894B-38E60C237E36}" destId="{760803D6-BF87-5F49-B514-60BF00F7E4DB}" srcOrd="0" destOrd="0" presId="urn:microsoft.com/office/officeart/2005/8/layout/orgChart1"/>
    <dgm:cxn modelId="{9B50D5A4-1E92-DA47-8E52-8D552743DE40}" type="presParOf" srcId="{88EE478B-9204-8E4F-894B-38E60C237E36}" destId="{E7AA3769-AE00-6B48-B991-15AA1AFFED94}" srcOrd="1" destOrd="0" presId="urn:microsoft.com/office/officeart/2005/8/layout/orgChart1"/>
    <dgm:cxn modelId="{6CD30FA8-ADB1-D44A-BBAB-345AA8975B74}" type="presParOf" srcId="{E7AA3769-AE00-6B48-B991-15AA1AFFED94}" destId="{305A8C65-A117-D249-961A-9AEDF6895DC0}" srcOrd="0" destOrd="0" presId="urn:microsoft.com/office/officeart/2005/8/layout/orgChart1"/>
    <dgm:cxn modelId="{8F4D9FA3-9B64-4E4B-B78B-9F9362879CCA}" type="presParOf" srcId="{305A8C65-A117-D249-961A-9AEDF6895DC0}" destId="{8344416C-D24F-E749-BE77-B3247BA1D72A}" srcOrd="0" destOrd="0" presId="urn:microsoft.com/office/officeart/2005/8/layout/orgChart1"/>
    <dgm:cxn modelId="{D9EAD6CB-6282-E345-8EEA-1ABD96B33EFE}" type="presParOf" srcId="{305A8C65-A117-D249-961A-9AEDF6895DC0}" destId="{5BF2D0AB-0808-6B42-8B46-68BF58787BCF}" srcOrd="1" destOrd="0" presId="urn:microsoft.com/office/officeart/2005/8/layout/orgChart1"/>
    <dgm:cxn modelId="{B054DA2A-A5BE-4A42-8B96-60AD1988D969}" type="presParOf" srcId="{E7AA3769-AE00-6B48-B991-15AA1AFFED94}" destId="{C6035B05-7A73-DE4A-9AF6-ABE52B014F73}" srcOrd="1" destOrd="0" presId="urn:microsoft.com/office/officeart/2005/8/layout/orgChart1"/>
    <dgm:cxn modelId="{F9B23A01-0C64-154D-B524-3B18BCB5B371}" type="presParOf" srcId="{E7AA3769-AE00-6B48-B991-15AA1AFFED94}" destId="{EED64F34-781E-A741-9407-84B3C2832F9E}" srcOrd="2" destOrd="0" presId="urn:microsoft.com/office/officeart/2005/8/layout/orgChart1"/>
    <dgm:cxn modelId="{161CFDD8-503B-244B-BB0B-B0A8DD99ED07}" type="presParOf" srcId="{88EE478B-9204-8E4F-894B-38E60C237E36}" destId="{67AFB70C-3F3F-A548-864A-4A43371DFF77}" srcOrd="2" destOrd="0" presId="urn:microsoft.com/office/officeart/2005/8/layout/orgChart1"/>
    <dgm:cxn modelId="{B0199A54-FBB4-2B4A-9EE5-150D669C46A1}" type="presParOf" srcId="{88EE478B-9204-8E4F-894B-38E60C237E36}" destId="{43BA687C-811E-0544-9F66-4C20E0A42691}" srcOrd="3" destOrd="0" presId="urn:microsoft.com/office/officeart/2005/8/layout/orgChart1"/>
    <dgm:cxn modelId="{61AD5A9B-89C8-A244-A73E-A37709996663}" type="presParOf" srcId="{43BA687C-811E-0544-9F66-4C20E0A42691}" destId="{41CF81E5-DAC4-5141-95BB-1435A0287708}" srcOrd="0" destOrd="0" presId="urn:microsoft.com/office/officeart/2005/8/layout/orgChart1"/>
    <dgm:cxn modelId="{1F242C7C-3C08-8F47-875A-820EBF066EAB}" type="presParOf" srcId="{41CF81E5-DAC4-5141-95BB-1435A0287708}" destId="{FD48AD75-7BE2-1847-9E94-C048CF23E70C}" srcOrd="0" destOrd="0" presId="urn:microsoft.com/office/officeart/2005/8/layout/orgChart1"/>
    <dgm:cxn modelId="{C5DE9299-6836-B145-9EDC-20AF78C9E124}" type="presParOf" srcId="{41CF81E5-DAC4-5141-95BB-1435A0287708}" destId="{D7381A02-B27F-DD4B-B3CD-F94388EEF7BC}" srcOrd="1" destOrd="0" presId="urn:microsoft.com/office/officeart/2005/8/layout/orgChart1"/>
    <dgm:cxn modelId="{381DB7AE-0234-D045-940C-B5E77AE50F83}" type="presParOf" srcId="{43BA687C-811E-0544-9F66-4C20E0A42691}" destId="{8306E6A6-318C-724C-81D4-2799E1D212FB}" srcOrd="1" destOrd="0" presId="urn:microsoft.com/office/officeart/2005/8/layout/orgChart1"/>
    <dgm:cxn modelId="{B047534D-8392-5D48-B501-47EC226147FB}" type="presParOf" srcId="{43BA687C-811E-0544-9F66-4C20E0A42691}" destId="{5EA1B252-5AA8-F640-B15B-52A56E022FDD}" srcOrd="2" destOrd="0" presId="urn:microsoft.com/office/officeart/2005/8/layout/orgChart1"/>
    <dgm:cxn modelId="{4497D7A8-1A49-F74E-99D9-865AD1885332}" type="presParOf" srcId="{88EE478B-9204-8E4F-894B-38E60C237E36}" destId="{0A9F7AF6-0E84-504F-B633-7023F268A352}" srcOrd="4" destOrd="0" presId="urn:microsoft.com/office/officeart/2005/8/layout/orgChart1"/>
    <dgm:cxn modelId="{510734A8-6882-1B4A-85FE-7FB4FC9940CC}" type="presParOf" srcId="{88EE478B-9204-8E4F-894B-38E60C237E36}" destId="{ED6EFEAD-B630-994C-A1A2-F4BDC8414C28}" srcOrd="5" destOrd="0" presId="urn:microsoft.com/office/officeart/2005/8/layout/orgChart1"/>
    <dgm:cxn modelId="{95E329FF-C5CA-9B44-B13A-B6C9B9F7A789}" type="presParOf" srcId="{ED6EFEAD-B630-994C-A1A2-F4BDC8414C28}" destId="{2A6802BC-554A-454B-98FE-3426E3665A2A}" srcOrd="0" destOrd="0" presId="urn:microsoft.com/office/officeart/2005/8/layout/orgChart1"/>
    <dgm:cxn modelId="{4D3811D4-1A43-AC43-9EE4-DF4187637FDF}" type="presParOf" srcId="{2A6802BC-554A-454B-98FE-3426E3665A2A}" destId="{40649A9C-9D66-3E4A-AFA6-9FBFCBB49A6F}" srcOrd="0" destOrd="0" presId="urn:microsoft.com/office/officeart/2005/8/layout/orgChart1"/>
    <dgm:cxn modelId="{44EA9E0F-F47E-0E4F-870D-02001FFE9030}" type="presParOf" srcId="{2A6802BC-554A-454B-98FE-3426E3665A2A}" destId="{379DDDBE-06D4-E64A-BFEA-62BD964162AC}" srcOrd="1" destOrd="0" presId="urn:microsoft.com/office/officeart/2005/8/layout/orgChart1"/>
    <dgm:cxn modelId="{1F3C682B-2B38-9746-A0CC-440827498ED2}" type="presParOf" srcId="{ED6EFEAD-B630-994C-A1A2-F4BDC8414C28}" destId="{58AB6569-8E7E-0B4F-9752-D2349426DB79}" srcOrd="1" destOrd="0" presId="urn:microsoft.com/office/officeart/2005/8/layout/orgChart1"/>
    <dgm:cxn modelId="{BA2BEDC1-39E8-F848-9290-E2C297B0C00B}" type="presParOf" srcId="{ED6EFEAD-B630-994C-A1A2-F4BDC8414C28}" destId="{62755D66-B561-5F4C-BA6D-2F9C0C294CA7}" srcOrd="2" destOrd="0" presId="urn:microsoft.com/office/officeart/2005/8/layout/orgChart1"/>
    <dgm:cxn modelId="{4C70A379-90E7-774B-83B5-22C1000D1850}" type="presParOf" srcId="{88EE478B-9204-8E4F-894B-38E60C237E36}" destId="{6889FDF8-0BF6-DC46-978C-73CAB832C519}" srcOrd="6" destOrd="0" presId="urn:microsoft.com/office/officeart/2005/8/layout/orgChart1"/>
    <dgm:cxn modelId="{DA361A69-BB84-AE4B-A5C4-12396B36AFEC}" type="presParOf" srcId="{88EE478B-9204-8E4F-894B-38E60C237E36}" destId="{E3287557-05D4-2E42-999D-1D7E20DBE915}" srcOrd="7" destOrd="0" presId="urn:microsoft.com/office/officeart/2005/8/layout/orgChart1"/>
    <dgm:cxn modelId="{4F383B0A-1ED2-254E-B281-B7390BB64253}" type="presParOf" srcId="{E3287557-05D4-2E42-999D-1D7E20DBE915}" destId="{A6B084EF-3B1A-564D-9B04-C5F81E0F65E5}" srcOrd="0" destOrd="0" presId="urn:microsoft.com/office/officeart/2005/8/layout/orgChart1"/>
    <dgm:cxn modelId="{EB591916-42DF-A64E-A92F-C355EBC04FE0}" type="presParOf" srcId="{A6B084EF-3B1A-564D-9B04-C5F81E0F65E5}" destId="{D5FEFCB0-588A-2C47-BCCD-013BBE27E2D7}" srcOrd="0" destOrd="0" presId="urn:microsoft.com/office/officeart/2005/8/layout/orgChart1"/>
    <dgm:cxn modelId="{F48A7CBD-3FE2-424E-B301-FF0493091DE1}" type="presParOf" srcId="{A6B084EF-3B1A-564D-9B04-C5F81E0F65E5}" destId="{BC0DE35F-DE2F-D041-B44E-5744ED6FAB44}" srcOrd="1" destOrd="0" presId="urn:microsoft.com/office/officeart/2005/8/layout/orgChart1"/>
    <dgm:cxn modelId="{EADF639F-ADDC-E14B-BDD2-2EBD8F51D27F}" type="presParOf" srcId="{E3287557-05D4-2E42-999D-1D7E20DBE915}" destId="{6274EFC1-6728-644B-B72F-378D0EA1D9A1}" srcOrd="1" destOrd="0" presId="urn:microsoft.com/office/officeart/2005/8/layout/orgChart1"/>
    <dgm:cxn modelId="{0FC9CED9-58B2-AB48-A8F9-410F10BA9319}" type="presParOf" srcId="{E3287557-05D4-2E42-999D-1D7E20DBE915}" destId="{4CDC4A7D-5D12-C64C-B3C3-12F83BBC585C}" srcOrd="2" destOrd="0" presId="urn:microsoft.com/office/officeart/2005/8/layout/orgChart1"/>
    <dgm:cxn modelId="{F3CA3C54-EE16-2B4E-BA57-E4910BF0E5CF}" type="presParOf" srcId="{88EE478B-9204-8E4F-894B-38E60C237E36}" destId="{48D979F0-B7DA-2148-86AA-225C43DC3967}" srcOrd="8" destOrd="0" presId="urn:microsoft.com/office/officeart/2005/8/layout/orgChart1"/>
    <dgm:cxn modelId="{815F1313-AE87-3E47-ABE5-C3916B8BFEAC}" type="presParOf" srcId="{88EE478B-9204-8E4F-894B-38E60C237E36}" destId="{A888E1C6-49BD-304C-8DD4-0959B79D4DF2}" srcOrd="9" destOrd="0" presId="urn:microsoft.com/office/officeart/2005/8/layout/orgChart1"/>
    <dgm:cxn modelId="{CD28B1EE-5687-2C44-A111-F611D4B0CC3E}" type="presParOf" srcId="{A888E1C6-49BD-304C-8DD4-0959B79D4DF2}" destId="{98B0259C-681C-C94E-A357-98B6238514D1}" srcOrd="0" destOrd="0" presId="urn:microsoft.com/office/officeart/2005/8/layout/orgChart1"/>
    <dgm:cxn modelId="{035E364A-2B1E-9347-8882-3CC3223A7CAB}" type="presParOf" srcId="{98B0259C-681C-C94E-A357-98B6238514D1}" destId="{649F2DF4-5671-3041-A55F-C52767A6DC38}" srcOrd="0" destOrd="0" presId="urn:microsoft.com/office/officeart/2005/8/layout/orgChart1"/>
    <dgm:cxn modelId="{41313FC3-EFE2-1345-A778-AA9A8219EEE2}" type="presParOf" srcId="{98B0259C-681C-C94E-A357-98B6238514D1}" destId="{E329A7AE-7BF3-C840-8775-1F9211A1AC65}" srcOrd="1" destOrd="0" presId="urn:microsoft.com/office/officeart/2005/8/layout/orgChart1"/>
    <dgm:cxn modelId="{983142BF-5FFF-DD4C-83C5-D82F5DCC6613}" type="presParOf" srcId="{A888E1C6-49BD-304C-8DD4-0959B79D4DF2}" destId="{3B571760-0F32-7947-8FAD-C7B959422CFD}" srcOrd="1" destOrd="0" presId="urn:microsoft.com/office/officeart/2005/8/layout/orgChart1"/>
    <dgm:cxn modelId="{0723F874-CE62-634F-9E43-BF252B0EB8D3}" type="presParOf" srcId="{A888E1C6-49BD-304C-8DD4-0959B79D4DF2}" destId="{F205142C-B2D8-9D48-81C8-33893C4F6802}" srcOrd="2" destOrd="0" presId="urn:microsoft.com/office/officeart/2005/8/layout/orgChart1"/>
    <dgm:cxn modelId="{8692D705-961C-C641-AEE2-B870FD1E7565}" type="presParOf" srcId="{88EE478B-9204-8E4F-894B-38E60C237E36}" destId="{B6D4CF57-B17D-2A4B-B98A-2007C59776DC}" srcOrd="10" destOrd="0" presId="urn:microsoft.com/office/officeart/2005/8/layout/orgChart1"/>
    <dgm:cxn modelId="{60F5B76D-2FC6-9647-BFF6-F912771351E4}" type="presParOf" srcId="{88EE478B-9204-8E4F-894B-38E60C237E36}" destId="{1FBE1F9C-22D2-E947-AE79-98C3D6B1F40C}" srcOrd="11" destOrd="0" presId="urn:microsoft.com/office/officeart/2005/8/layout/orgChart1"/>
    <dgm:cxn modelId="{D7A3F8D6-DCBB-E84E-82C8-A3883F03DFA9}" type="presParOf" srcId="{1FBE1F9C-22D2-E947-AE79-98C3D6B1F40C}" destId="{DA1BF7BC-6338-5747-B3F1-0E9B7CC67842}" srcOrd="0" destOrd="0" presId="urn:microsoft.com/office/officeart/2005/8/layout/orgChart1"/>
    <dgm:cxn modelId="{684F263B-6470-F74B-87ED-D7137C694160}" type="presParOf" srcId="{DA1BF7BC-6338-5747-B3F1-0E9B7CC67842}" destId="{67CAD6C9-3A57-0840-839D-B7C655966678}" srcOrd="0" destOrd="0" presId="urn:microsoft.com/office/officeart/2005/8/layout/orgChart1"/>
    <dgm:cxn modelId="{947D1AA7-6B84-3D4B-B9AE-BAA7C13F08D4}" type="presParOf" srcId="{DA1BF7BC-6338-5747-B3F1-0E9B7CC67842}" destId="{E22F4301-B5DC-B048-A546-CCCDEC5B808A}" srcOrd="1" destOrd="0" presId="urn:microsoft.com/office/officeart/2005/8/layout/orgChart1"/>
    <dgm:cxn modelId="{61942C28-D696-3E46-AC79-3B14CE72EF3F}" type="presParOf" srcId="{1FBE1F9C-22D2-E947-AE79-98C3D6B1F40C}" destId="{1E8E2E01-A955-DA44-9856-3CF2753EF71A}" srcOrd="1" destOrd="0" presId="urn:microsoft.com/office/officeart/2005/8/layout/orgChart1"/>
    <dgm:cxn modelId="{D80DF7B0-469D-3A46-B953-6A012A4E56FA}" type="presParOf" srcId="{1FBE1F9C-22D2-E947-AE79-98C3D6B1F40C}" destId="{EA873452-A840-434D-BD19-32EF7D7546B3}" srcOrd="2" destOrd="0" presId="urn:microsoft.com/office/officeart/2005/8/layout/orgChart1"/>
    <dgm:cxn modelId="{0B8F5EAA-9308-7C42-9115-E9ED15A5DB47}" type="presParOf" srcId="{88EE478B-9204-8E4F-894B-38E60C237E36}" destId="{64D3C083-DD90-124C-8F99-A42BFF4E26F2}" srcOrd="12" destOrd="0" presId="urn:microsoft.com/office/officeart/2005/8/layout/orgChart1"/>
    <dgm:cxn modelId="{14457E8B-6A2F-1047-A9E5-C6954CF61431}" type="presParOf" srcId="{88EE478B-9204-8E4F-894B-38E60C237E36}" destId="{B206A17A-EF5E-C94F-AC99-B9ABE60231CA}" srcOrd="13" destOrd="0" presId="urn:microsoft.com/office/officeart/2005/8/layout/orgChart1"/>
    <dgm:cxn modelId="{1F8E382F-57D1-7440-BA93-FAC8FD3F948D}" type="presParOf" srcId="{B206A17A-EF5E-C94F-AC99-B9ABE60231CA}" destId="{B4807BA4-C6B1-1F41-A0C7-515D7535B8DA}" srcOrd="0" destOrd="0" presId="urn:microsoft.com/office/officeart/2005/8/layout/orgChart1"/>
    <dgm:cxn modelId="{B9BE77E6-7678-B844-BD18-32246C6097C1}" type="presParOf" srcId="{B4807BA4-C6B1-1F41-A0C7-515D7535B8DA}" destId="{5E45EF20-DEEC-584F-BB06-BDCD04D99EF2}" srcOrd="0" destOrd="0" presId="urn:microsoft.com/office/officeart/2005/8/layout/orgChart1"/>
    <dgm:cxn modelId="{7D01C8E9-858F-D54F-9E81-1913C8321E31}" type="presParOf" srcId="{B4807BA4-C6B1-1F41-A0C7-515D7535B8DA}" destId="{55428D40-E1BB-DE47-A889-92AB77B5C0D9}" srcOrd="1" destOrd="0" presId="urn:microsoft.com/office/officeart/2005/8/layout/orgChart1"/>
    <dgm:cxn modelId="{B6A5B76C-49E2-C54B-84EA-85302F6FB4FF}" type="presParOf" srcId="{B206A17A-EF5E-C94F-AC99-B9ABE60231CA}" destId="{0EE7E2BD-EC52-EB45-9950-D1D80A62F20A}" srcOrd="1" destOrd="0" presId="urn:microsoft.com/office/officeart/2005/8/layout/orgChart1"/>
    <dgm:cxn modelId="{91F9FB1D-17F3-5247-B1B4-38BAFFAD9777}" type="presParOf" srcId="{B206A17A-EF5E-C94F-AC99-B9ABE60231CA}" destId="{C1519D5A-12BB-9749-9EE8-24DDB14EB45A}" srcOrd="2" destOrd="0" presId="urn:microsoft.com/office/officeart/2005/8/layout/orgChart1"/>
    <dgm:cxn modelId="{55194852-A379-E34B-B137-B632760BC54A}" type="presParOf" srcId="{C6CAF020-930C-DE48-8371-74EF0BFEF675}" destId="{D6565E4F-2B92-F449-9416-EC87CD086601}" srcOrd="2" destOrd="0" presId="urn:microsoft.com/office/officeart/2005/8/layout/orgChart1"/>
    <dgm:cxn modelId="{6FB1B63E-1800-B74E-A9E5-A599B96623EA}" type="presParOf" srcId="{5B05F7D4-7028-C24A-9A5C-8E2944987984}" destId="{E3FD4A2F-71EF-E346-92D6-736C6D930861}" srcOrd="4" destOrd="0" presId="urn:microsoft.com/office/officeart/2005/8/layout/orgChart1"/>
    <dgm:cxn modelId="{62EB953D-6963-E64F-ADFE-BF17E4CD80CD}" type="presParOf" srcId="{5B05F7D4-7028-C24A-9A5C-8E2944987984}" destId="{4487F9F6-3696-0E4E-A376-9DE03E2729D6}" srcOrd="5" destOrd="0" presId="urn:microsoft.com/office/officeart/2005/8/layout/orgChart1"/>
    <dgm:cxn modelId="{34B3E94F-A289-544D-9551-9A191D090462}" type="presParOf" srcId="{4487F9F6-3696-0E4E-A376-9DE03E2729D6}" destId="{53FD84D1-4638-3F44-AEF6-4E469E13BF40}" srcOrd="0" destOrd="0" presId="urn:microsoft.com/office/officeart/2005/8/layout/orgChart1"/>
    <dgm:cxn modelId="{EF4831DA-EA3C-8C4A-A254-27C6B74FCFBB}" type="presParOf" srcId="{53FD84D1-4638-3F44-AEF6-4E469E13BF40}" destId="{886775B9-9664-9747-AC96-96667E259C9C}" srcOrd="0" destOrd="0" presId="urn:microsoft.com/office/officeart/2005/8/layout/orgChart1"/>
    <dgm:cxn modelId="{A19B2CA7-0793-4944-A525-7375CA205C9B}" type="presParOf" srcId="{53FD84D1-4638-3F44-AEF6-4E469E13BF40}" destId="{6CF06524-CA56-1B4B-985A-605CE6DD31C2}" srcOrd="1" destOrd="0" presId="urn:microsoft.com/office/officeart/2005/8/layout/orgChart1"/>
    <dgm:cxn modelId="{6D966FDD-F7A8-B847-B74C-C62F97EEB9E0}" type="presParOf" srcId="{4487F9F6-3696-0E4E-A376-9DE03E2729D6}" destId="{F7671B59-0C1B-D949-822B-3D4B50CD26BA}" srcOrd="1" destOrd="0" presId="urn:microsoft.com/office/officeart/2005/8/layout/orgChart1"/>
    <dgm:cxn modelId="{C4CEA81A-EBD1-B144-B2EE-E145DC3BC7BC}" type="presParOf" srcId="{4487F9F6-3696-0E4E-A376-9DE03E2729D6}" destId="{647E2F80-B3AC-B74B-9C92-10C56F678478}" srcOrd="2" destOrd="0" presId="urn:microsoft.com/office/officeart/2005/8/layout/orgChart1"/>
    <dgm:cxn modelId="{77D863DF-F9C8-5A4E-9794-4B5D9C45CBC7}" type="presParOf" srcId="{5B05F7D4-7028-C24A-9A5C-8E2944987984}" destId="{C2F65C7B-BBE1-6F45-9EB3-CB1D9A6EFE8A}" srcOrd="6" destOrd="0" presId="urn:microsoft.com/office/officeart/2005/8/layout/orgChart1"/>
    <dgm:cxn modelId="{F267D1EA-CC3E-574A-A0D5-2725AA661859}" type="presParOf" srcId="{5B05F7D4-7028-C24A-9A5C-8E2944987984}" destId="{9E29345B-911E-0F42-8586-850DB35B9F55}" srcOrd="7" destOrd="0" presId="urn:microsoft.com/office/officeart/2005/8/layout/orgChart1"/>
    <dgm:cxn modelId="{524FB9E9-C448-D749-BFB4-12B52403F6C2}" type="presParOf" srcId="{9E29345B-911E-0F42-8586-850DB35B9F55}" destId="{494E2BEE-3A3A-694E-AE95-A252F3BC974E}" srcOrd="0" destOrd="0" presId="urn:microsoft.com/office/officeart/2005/8/layout/orgChart1"/>
    <dgm:cxn modelId="{0B4B185F-8364-E240-9E01-772F127EA7A6}" type="presParOf" srcId="{494E2BEE-3A3A-694E-AE95-A252F3BC974E}" destId="{30F63F13-7A21-7D40-9EFA-A233150B8CB4}" srcOrd="0" destOrd="0" presId="urn:microsoft.com/office/officeart/2005/8/layout/orgChart1"/>
    <dgm:cxn modelId="{4AA7F960-38D1-564D-AA52-45A6D989524B}" type="presParOf" srcId="{494E2BEE-3A3A-694E-AE95-A252F3BC974E}" destId="{BB1E1FF2-D7D5-5F43-A013-F8ECAB01A3A7}" srcOrd="1" destOrd="0" presId="urn:microsoft.com/office/officeart/2005/8/layout/orgChart1"/>
    <dgm:cxn modelId="{3DFD15A8-415E-DF49-A8D5-A17793022224}" type="presParOf" srcId="{9E29345B-911E-0F42-8586-850DB35B9F55}" destId="{5D3E7E99-8CCD-9446-A539-A2FF7CA86270}" srcOrd="1" destOrd="0" presId="urn:microsoft.com/office/officeart/2005/8/layout/orgChart1"/>
    <dgm:cxn modelId="{5264BE50-7942-444C-8790-713515DC4463}" type="presParOf" srcId="{5D3E7E99-8CCD-9446-A539-A2FF7CA86270}" destId="{1944D8EC-ECE8-2E41-B1EC-3384B2E44341}" srcOrd="0" destOrd="0" presId="urn:microsoft.com/office/officeart/2005/8/layout/orgChart1"/>
    <dgm:cxn modelId="{64626FB0-9A8C-D94C-BFDC-3B860D4E2B1D}" type="presParOf" srcId="{5D3E7E99-8CCD-9446-A539-A2FF7CA86270}" destId="{5D5AFCE4-D082-9640-B684-A30F7EBE2926}" srcOrd="1" destOrd="0" presId="urn:microsoft.com/office/officeart/2005/8/layout/orgChart1"/>
    <dgm:cxn modelId="{B52C192C-7CE5-4B42-B35D-E9A78E4EAD17}" type="presParOf" srcId="{5D5AFCE4-D082-9640-B684-A30F7EBE2926}" destId="{B402DDCA-A90B-E245-9B24-0965891681B7}" srcOrd="0" destOrd="0" presId="urn:microsoft.com/office/officeart/2005/8/layout/orgChart1"/>
    <dgm:cxn modelId="{9D5A7D21-1B98-F44B-A5DD-4A279B71C37F}" type="presParOf" srcId="{B402DDCA-A90B-E245-9B24-0965891681B7}" destId="{34ABE46D-4DBA-6D40-BE80-3A856126FA9C}" srcOrd="0" destOrd="0" presId="urn:microsoft.com/office/officeart/2005/8/layout/orgChart1"/>
    <dgm:cxn modelId="{8363464F-ACC2-B442-9336-CBA3738DA7FF}" type="presParOf" srcId="{B402DDCA-A90B-E245-9B24-0965891681B7}" destId="{17FB0CA3-331C-2041-B617-5DD594AA1F82}" srcOrd="1" destOrd="0" presId="urn:microsoft.com/office/officeart/2005/8/layout/orgChart1"/>
    <dgm:cxn modelId="{9F84C1BF-96E4-354F-8F87-FE4D1D3C1DF7}" type="presParOf" srcId="{5D5AFCE4-D082-9640-B684-A30F7EBE2926}" destId="{511E5DA5-9CD8-FC44-B938-922C5EAE8332}" srcOrd="1" destOrd="0" presId="urn:microsoft.com/office/officeart/2005/8/layout/orgChart1"/>
    <dgm:cxn modelId="{84D6A232-8078-F044-9A14-0977368FFF34}" type="presParOf" srcId="{5D5AFCE4-D082-9640-B684-A30F7EBE2926}" destId="{1500AEF6-D61D-1741-9FA5-E208287FB653}" srcOrd="2" destOrd="0" presId="urn:microsoft.com/office/officeart/2005/8/layout/orgChart1"/>
    <dgm:cxn modelId="{4282E8EA-1AB9-FC48-834D-260A5DF4D017}" type="presParOf" srcId="{5D3E7E99-8CCD-9446-A539-A2FF7CA86270}" destId="{CE880F18-5FF0-2A47-B1D3-989F0504ADD6}" srcOrd="2" destOrd="0" presId="urn:microsoft.com/office/officeart/2005/8/layout/orgChart1"/>
    <dgm:cxn modelId="{8F8346F1-1315-294B-A21D-A45D825DF33A}" type="presParOf" srcId="{5D3E7E99-8CCD-9446-A539-A2FF7CA86270}" destId="{ECFA1262-78ED-714E-BA65-72B195ABF1DD}" srcOrd="3" destOrd="0" presId="urn:microsoft.com/office/officeart/2005/8/layout/orgChart1"/>
    <dgm:cxn modelId="{A77F1C19-3A6D-5B42-81F6-09FA6047F38D}" type="presParOf" srcId="{ECFA1262-78ED-714E-BA65-72B195ABF1DD}" destId="{12C4FE8F-FD70-6E44-B22C-2ACD5F8B0403}" srcOrd="0" destOrd="0" presId="urn:microsoft.com/office/officeart/2005/8/layout/orgChart1"/>
    <dgm:cxn modelId="{9F4EEDD3-2475-6741-B06C-7321FCAB8F9B}" type="presParOf" srcId="{12C4FE8F-FD70-6E44-B22C-2ACD5F8B0403}" destId="{59C24BC4-E09E-A241-BC22-8A288F91EE5C}" srcOrd="0" destOrd="0" presId="urn:microsoft.com/office/officeart/2005/8/layout/orgChart1"/>
    <dgm:cxn modelId="{DEF37DBA-2319-614B-B1B5-A228F36A0E34}" type="presParOf" srcId="{12C4FE8F-FD70-6E44-B22C-2ACD5F8B0403}" destId="{B90D1924-F3DD-494B-9CE7-C0AD27CD4C31}" srcOrd="1" destOrd="0" presId="urn:microsoft.com/office/officeart/2005/8/layout/orgChart1"/>
    <dgm:cxn modelId="{FACC6469-5ABA-504B-9947-C2CE82A37434}" type="presParOf" srcId="{ECFA1262-78ED-714E-BA65-72B195ABF1DD}" destId="{B2976E37-84A5-2341-AC78-0618CA6E2B84}" srcOrd="1" destOrd="0" presId="urn:microsoft.com/office/officeart/2005/8/layout/orgChart1"/>
    <dgm:cxn modelId="{EBE568D0-F212-B345-A8C1-D7D8BA17FB98}" type="presParOf" srcId="{ECFA1262-78ED-714E-BA65-72B195ABF1DD}" destId="{5BDE1B19-2762-144A-A4EE-372BDD8FEC44}" srcOrd="2" destOrd="0" presId="urn:microsoft.com/office/officeart/2005/8/layout/orgChart1"/>
    <dgm:cxn modelId="{3E17BB7E-F36E-454C-A256-4CD184F720C9}" type="presParOf" srcId="{5D3E7E99-8CCD-9446-A539-A2FF7CA86270}" destId="{8E1E10E2-DBB7-994A-81E7-C7876D249983}" srcOrd="4" destOrd="0" presId="urn:microsoft.com/office/officeart/2005/8/layout/orgChart1"/>
    <dgm:cxn modelId="{86C3E06E-3F42-B446-BBAF-75AF5829C6F8}" type="presParOf" srcId="{5D3E7E99-8CCD-9446-A539-A2FF7CA86270}" destId="{0F0171D1-93D1-B644-B520-67B3516CD97A}" srcOrd="5" destOrd="0" presId="urn:microsoft.com/office/officeart/2005/8/layout/orgChart1"/>
    <dgm:cxn modelId="{16BD3C80-76C5-5744-B1F8-0CFEA39968CC}" type="presParOf" srcId="{0F0171D1-93D1-B644-B520-67B3516CD97A}" destId="{9E096096-B2D7-A94B-97A1-A78013A7E4DD}" srcOrd="0" destOrd="0" presId="urn:microsoft.com/office/officeart/2005/8/layout/orgChart1"/>
    <dgm:cxn modelId="{61400316-FC44-7C4E-B93E-E33927C62CDA}" type="presParOf" srcId="{9E096096-B2D7-A94B-97A1-A78013A7E4DD}" destId="{19CABB75-8AFC-5747-8354-3D0B2B20C319}" srcOrd="0" destOrd="0" presId="urn:microsoft.com/office/officeart/2005/8/layout/orgChart1"/>
    <dgm:cxn modelId="{916D0AF2-864D-1749-A1F2-5D68ED143320}" type="presParOf" srcId="{9E096096-B2D7-A94B-97A1-A78013A7E4DD}" destId="{23C823D0-D83C-DD41-B841-7B9C345F5587}" srcOrd="1" destOrd="0" presId="urn:microsoft.com/office/officeart/2005/8/layout/orgChart1"/>
    <dgm:cxn modelId="{2BEA1277-8A4D-3846-9160-F45F88D74CE7}" type="presParOf" srcId="{0F0171D1-93D1-B644-B520-67B3516CD97A}" destId="{4D46809C-B10E-3446-9505-50214DC9D441}" srcOrd="1" destOrd="0" presId="urn:microsoft.com/office/officeart/2005/8/layout/orgChart1"/>
    <dgm:cxn modelId="{5EBED5C7-6185-BB45-8FAC-B335A305905A}" type="presParOf" srcId="{0F0171D1-93D1-B644-B520-67B3516CD97A}" destId="{6172B230-9D3C-284D-B2C0-2E62306A6F5D}" srcOrd="2" destOrd="0" presId="urn:microsoft.com/office/officeart/2005/8/layout/orgChart1"/>
    <dgm:cxn modelId="{FF8AC3CB-FDEE-7445-B663-2FD9B5EF033B}" type="presParOf" srcId="{5D3E7E99-8CCD-9446-A539-A2FF7CA86270}" destId="{7F9DD9AD-413E-A547-ABF2-7F053BFAF3A0}" srcOrd="6" destOrd="0" presId="urn:microsoft.com/office/officeart/2005/8/layout/orgChart1"/>
    <dgm:cxn modelId="{DCBD7AA9-B298-1D4D-89D0-4D2AB59F0150}" type="presParOf" srcId="{5D3E7E99-8CCD-9446-A539-A2FF7CA86270}" destId="{2B177358-E19A-2C43-8BD8-D26634391AB1}" srcOrd="7" destOrd="0" presId="urn:microsoft.com/office/officeart/2005/8/layout/orgChart1"/>
    <dgm:cxn modelId="{3AE9EFE8-34D1-5342-8CC6-E23B75D6AF23}" type="presParOf" srcId="{2B177358-E19A-2C43-8BD8-D26634391AB1}" destId="{76F9634A-9272-3B47-B8A2-7802A998F385}" srcOrd="0" destOrd="0" presId="urn:microsoft.com/office/officeart/2005/8/layout/orgChart1"/>
    <dgm:cxn modelId="{340D5FE6-B9CD-1048-B533-7CEC62928CAB}" type="presParOf" srcId="{76F9634A-9272-3B47-B8A2-7802A998F385}" destId="{D33E6341-A583-414A-9708-561BA60AA3A3}" srcOrd="0" destOrd="0" presId="urn:microsoft.com/office/officeart/2005/8/layout/orgChart1"/>
    <dgm:cxn modelId="{A2223BC4-A27F-3743-B180-30CC6717822A}" type="presParOf" srcId="{76F9634A-9272-3B47-B8A2-7802A998F385}" destId="{5C0ED1A7-24A3-6346-B55F-D994329C3650}" srcOrd="1" destOrd="0" presId="urn:microsoft.com/office/officeart/2005/8/layout/orgChart1"/>
    <dgm:cxn modelId="{9F442FA9-D815-924D-B555-E844D6BD28FE}" type="presParOf" srcId="{2B177358-E19A-2C43-8BD8-D26634391AB1}" destId="{DE9B2B50-FC4F-DC4A-91F5-C5A3F7D40D74}" srcOrd="1" destOrd="0" presId="urn:microsoft.com/office/officeart/2005/8/layout/orgChart1"/>
    <dgm:cxn modelId="{C71AB6FA-7C80-FA47-A43E-080C80417736}" type="presParOf" srcId="{2B177358-E19A-2C43-8BD8-D26634391AB1}" destId="{2B14858B-3BB2-724A-9C64-1AA8BC2236AB}" srcOrd="2" destOrd="0" presId="urn:microsoft.com/office/officeart/2005/8/layout/orgChart1"/>
    <dgm:cxn modelId="{CD20D9A6-0B36-7F48-9B72-9A4CE49D2DE5}" type="presParOf" srcId="{5D3E7E99-8CCD-9446-A539-A2FF7CA86270}" destId="{2403CA01-AC1E-4B4B-9FFC-A629663AC12D}" srcOrd="8" destOrd="0" presId="urn:microsoft.com/office/officeart/2005/8/layout/orgChart1"/>
    <dgm:cxn modelId="{DAEFA76A-35BF-C449-8240-7D668261D854}" type="presParOf" srcId="{5D3E7E99-8CCD-9446-A539-A2FF7CA86270}" destId="{F9DF0D41-1CC3-914D-9515-716820170706}" srcOrd="9" destOrd="0" presId="urn:microsoft.com/office/officeart/2005/8/layout/orgChart1"/>
    <dgm:cxn modelId="{90A05B5D-1E21-584D-B3E0-39180055464F}" type="presParOf" srcId="{F9DF0D41-1CC3-914D-9515-716820170706}" destId="{BF3A741A-A734-A341-A132-021D485DA138}" srcOrd="0" destOrd="0" presId="urn:microsoft.com/office/officeart/2005/8/layout/orgChart1"/>
    <dgm:cxn modelId="{4968FD7B-E669-B448-B322-9E1380CB5E14}" type="presParOf" srcId="{BF3A741A-A734-A341-A132-021D485DA138}" destId="{C0E8AE59-34BB-FB4F-A7D7-D4F1FBC81074}" srcOrd="0" destOrd="0" presId="urn:microsoft.com/office/officeart/2005/8/layout/orgChart1"/>
    <dgm:cxn modelId="{F905138E-6613-B142-9753-D7058169F204}" type="presParOf" srcId="{BF3A741A-A734-A341-A132-021D485DA138}" destId="{25D1F493-F0CC-0745-9DC1-3E185EF26965}" srcOrd="1" destOrd="0" presId="urn:microsoft.com/office/officeart/2005/8/layout/orgChart1"/>
    <dgm:cxn modelId="{1FB8C922-576E-E94A-8AB4-04E612A4E7AC}" type="presParOf" srcId="{F9DF0D41-1CC3-914D-9515-716820170706}" destId="{B64FEED6-335C-7145-A9DE-0035F136DA1D}" srcOrd="1" destOrd="0" presId="urn:microsoft.com/office/officeart/2005/8/layout/orgChart1"/>
    <dgm:cxn modelId="{EE3BFE40-BD16-4C46-8B57-1CC7A40FF198}" type="presParOf" srcId="{F9DF0D41-1CC3-914D-9515-716820170706}" destId="{21357E23-490F-A74D-998A-27702AB29ECD}" srcOrd="2" destOrd="0" presId="urn:microsoft.com/office/officeart/2005/8/layout/orgChart1"/>
    <dgm:cxn modelId="{04A69B6A-2F28-7B44-B073-58D23E01C6C9}" type="presParOf" srcId="{5D3E7E99-8CCD-9446-A539-A2FF7CA86270}" destId="{99D01C02-89BE-7B4A-94DC-42B36279396B}" srcOrd="10" destOrd="0" presId="urn:microsoft.com/office/officeart/2005/8/layout/orgChart1"/>
    <dgm:cxn modelId="{6C57DB48-3A5A-CD45-BD1F-FF75810F817B}" type="presParOf" srcId="{5D3E7E99-8CCD-9446-A539-A2FF7CA86270}" destId="{D41B3DB6-D061-B047-97E1-819D245AF35C}" srcOrd="11" destOrd="0" presId="urn:microsoft.com/office/officeart/2005/8/layout/orgChart1"/>
    <dgm:cxn modelId="{AD5B87DF-EA74-9949-BE73-D66853846435}" type="presParOf" srcId="{D41B3DB6-D061-B047-97E1-819D245AF35C}" destId="{65842841-19F2-5544-8CC4-52439B6C1F6F}" srcOrd="0" destOrd="0" presId="urn:microsoft.com/office/officeart/2005/8/layout/orgChart1"/>
    <dgm:cxn modelId="{89640DE5-C2FF-334F-8EB8-80657F2DF5D9}" type="presParOf" srcId="{65842841-19F2-5544-8CC4-52439B6C1F6F}" destId="{38480138-B76C-994B-8491-A04F7FF0ACDA}" srcOrd="0" destOrd="0" presId="urn:microsoft.com/office/officeart/2005/8/layout/orgChart1"/>
    <dgm:cxn modelId="{5E2FE4DC-F530-B244-87A6-DA3EFF6EE2ED}" type="presParOf" srcId="{65842841-19F2-5544-8CC4-52439B6C1F6F}" destId="{62845321-B786-F145-9F15-3A00E80F4967}" srcOrd="1" destOrd="0" presId="urn:microsoft.com/office/officeart/2005/8/layout/orgChart1"/>
    <dgm:cxn modelId="{557367FA-A1BC-0346-A2AD-A2D4ED6417C4}" type="presParOf" srcId="{D41B3DB6-D061-B047-97E1-819D245AF35C}" destId="{6F544857-10B5-AD49-9249-E8125D64D801}" srcOrd="1" destOrd="0" presId="urn:microsoft.com/office/officeart/2005/8/layout/orgChart1"/>
    <dgm:cxn modelId="{DCECDACF-7BE0-B042-8516-EFFD0BD741D0}" type="presParOf" srcId="{D41B3DB6-D061-B047-97E1-819D245AF35C}" destId="{6768E7F6-8ADA-EC42-924C-A328C00F4AB8}" srcOrd="2" destOrd="0" presId="urn:microsoft.com/office/officeart/2005/8/layout/orgChart1"/>
    <dgm:cxn modelId="{19CBEA76-54C2-6F48-B804-DCCB2D1AC0F0}" type="presParOf" srcId="{9E29345B-911E-0F42-8586-850DB35B9F55}" destId="{4F471C93-A4D3-FA45-AD5C-CE1719C6E52D}" srcOrd="2" destOrd="0" presId="urn:microsoft.com/office/officeart/2005/8/layout/orgChart1"/>
    <dgm:cxn modelId="{02A4EA97-A04D-404A-895C-C20153B986C0}" type="presParOf" srcId="{5B05F7D4-7028-C24A-9A5C-8E2944987984}" destId="{7ADCD5D6-20A0-964D-AE45-85B560ED0522}" srcOrd="8" destOrd="0" presId="urn:microsoft.com/office/officeart/2005/8/layout/orgChart1"/>
    <dgm:cxn modelId="{FA542ABE-0D47-E948-99AD-8FE7193DFC3B}" type="presParOf" srcId="{5B05F7D4-7028-C24A-9A5C-8E2944987984}" destId="{386A4AFA-1B60-6442-9677-3C8BC78307B4}" srcOrd="9" destOrd="0" presId="urn:microsoft.com/office/officeart/2005/8/layout/orgChart1"/>
    <dgm:cxn modelId="{69D7F78B-3407-0541-9ACC-4A50854D2685}" type="presParOf" srcId="{386A4AFA-1B60-6442-9677-3C8BC78307B4}" destId="{35C52DB0-DC4B-EC4E-A181-D028E99BE5C9}" srcOrd="0" destOrd="0" presId="urn:microsoft.com/office/officeart/2005/8/layout/orgChart1"/>
    <dgm:cxn modelId="{4F6A714A-3902-4849-967B-C14BBBE5D0BE}" type="presParOf" srcId="{35C52DB0-DC4B-EC4E-A181-D028E99BE5C9}" destId="{2166EA62-418E-2D47-AB41-29B8A5DF7082}" srcOrd="0" destOrd="0" presId="urn:microsoft.com/office/officeart/2005/8/layout/orgChart1"/>
    <dgm:cxn modelId="{28846F2D-F94D-A247-BC2D-5632D6126EEC}" type="presParOf" srcId="{35C52DB0-DC4B-EC4E-A181-D028E99BE5C9}" destId="{C54245D2-728E-8D45-A889-73064245E4C2}" srcOrd="1" destOrd="0" presId="urn:microsoft.com/office/officeart/2005/8/layout/orgChart1"/>
    <dgm:cxn modelId="{3BDE587B-9CF3-0F40-B7AC-3FDF41EB110A}" type="presParOf" srcId="{386A4AFA-1B60-6442-9677-3C8BC78307B4}" destId="{BF50EB29-680A-6545-89D5-9F470C260651}" srcOrd="1" destOrd="0" presId="urn:microsoft.com/office/officeart/2005/8/layout/orgChart1"/>
    <dgm:cxn modelId="{16267AE0-6A2A-8D4C-BE8D-2A47F75971E6}" type="presParOf" srcId="{386A4AFA-1B60-6442-9677-3C8BC78307B4}" destId="{4CA9629D-896E-3846-AFE3-B385FA5BE1E7}" srcOrd="2" destOrd="0" presId="urn:microsoft.com/office/officeart/2005/8/layout/orgChart1"/>
    <dgm:cxn modelId="{8E613298-2CE5-2D4D-981E-7C981A57F907}" type="presParOf" srcId="{307A545A-2815-6547-8402-5A3796EF9E82}" destId="{E1621E57-79F9-464B-8A36-E657401A2324}" srcOrd="2" destOrd="0" presId="urn:microsoft.com/office/officeart/2005/8/layout/orgChart1"/>
    <dgm:cxn modelId="{24A91CDC-1A15-604E-BDDC-0E8B41AECE5F}" type="presParOf" srcId="{1044A325-7212-7B4D-97BE-39382FC3BAEA}" destId="{B92A120A-B81E-B141-9417-1F3DBC8B70DE}" srcOrd="2" destOrd="0" presId="urn:microsoft.com/office/officeart/2005/8/layout/orgChart1"/>
    <dgm:cxn modelId="{91575602-3A56-E940-9C7E-4FBC0C91BFF3}" type="presParOf" srcId="{CF3DE963-446E-0E48-95D2-F8A1EFFD33A2}" destId="{BF8914E7-2CB0-CA45-9695-6D3134975173}" srcOrd="2" destOrd="0" presId="urn:microsoft.com/office/officeart/2005/8/layout/orgChart1"/>
  </dgm:cxnLst>
  <dgm:bg>
    <a:effectLst>
      <a:softEdge rad="0"/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0CFA00-908F-CF49-9214-B1A16F8747B7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0F5EF1A-BCED-FA41-93FE-31C38D2C69AE}">
      <dgm:prSet phldrT="[Text]" custT="1"/>
      <dgm:spPr/>
      <dgm:t>
        <a:bodyPr/>
        <a:lstStyle/>
        <a:p>
          <a:r>
            <a:rPr lang="en-GB" sz="1900" dirty="0"/>
            <a:t>VZW</a:t>
          </a:r>
          <a:br>
            <a:rPr lang="en-GB" sz="1900" dirty="0"/>
          </a:br>
          <a:r>
            <a:rPr lang="en-GB" sz="1400" dirty="0"/>
            <a:t>KWS </a:t>
          </a:r>
          <a:r>
            <a:rPr lang="en-GB" sz="1400" dirty="0" err="1"/>
            <a:t>Linkhout</a:t>
          </a:r>
          <a:endParaRPr lang="en-GB" sz="1400" dirty="0"/>
        </a:p>
      </dgm:t>
    </dgm:pt>
    <dgm:pt modelId="{678E1D54-D367-C44B-8ED5-50F664F9E44B}" type="parTrans" cxnId="{18FAAB5D-D240-B940-AA40-01E30CD6FDE6}">
      <dgm:prSet/>
      <dgm:spPr/>
      <dgm:t>
        <a:bodyPr/>
        <a:lstStyle/>
        <a:p>
          <a:endParaRPr lang="en-GB"/>
        </a:p>
      </dgm:t>
    </dgm:pt>
    <dgm:pt modelId="{9E66F031-9FCF-FC46-9BA8-B11E3AEEA54E}" type="sibTrans" cxnId="{18FAAB5D-D240-B940-AA40-01E30CD6FDE6}">
      <dgm:prSet/>
      <dgm:spPr/>
      <dgm:t>
        <a:bodyPr/>
        <a:lstStyle/>
        <a:p>
          <a:endParaRPr lang="en-GB"/>
        </a:p>
      </dgm:t>
    </dgm:pt>
    <dgm:pt modelId="{016478FD-F1C3-944E-B6D2-622AC5353D30}">
      <dgm:prSet phldrT="[Text]" custT="1"/>
      <dgm:spPr/>
      <dgm:t>
        <a:bodyPr/>
        <a:lstStyle/>
        <a:p>
          <a:r>
            <a:rPr lang="en-GB" sz="1700" dirty="0"/>
            <a:t>Gert </a:t>
          </a:r>
          <a:r>
            <a:rPr lang="en-GB" sz="1700" dirty="0" err="1"/>
            <a:t>Peremans</a:t>
          </a:r>
          <a:endParaRPr lang="en-GB" sz="1700" dirty="0"/>
        </a:p>
        <a:p>
          <a:r>
            <a:rPr lang="en-GB" sz="1400" dirty="0" err="1"/>
            <a:t>Voorzitter</a:t>
          </a:r>
          <a:endParaRPr lang="en-GB" sz="1400" dirty="0"/>
        </a:p>
      </dgm:t>
    </dgm:pt>
    <dgm:pt modelId="{88AD6169-82B7-4C40-AA3F-3CACF159B3F3}" type="parTrans" cxnId="{EB372D58-ED17-5F4D-B5B5-8AF404D59729}">
      <dgm:prSet/>
      <dgm:spPr/>
      <dgm:t>
        <a:bodyPr/>
        <a:lstStyle/>
        <a:p>
          <a:endParaRPr lang="en-GB"/>
        </a:p>
      </dgm:t>
    </dgm:pt>
    <dgm:pt modelId="{4D9CF712-E2C4-364D-971F-299C5448A1FB}" type="sibTrans" cxnId="{EB372D58-ED17-5F4D-B5B5-8AF404D59729}">
      <dgm:prSet/>
      <dgm:spPr/>
      <dgm:t>
        <a:bodyPr/>
        <a:lstStyle/>
        <a:p>
          <a:endParaRPr lang="en-GB"/>
        </a:p>
      </dgm:t>
    </dgm:pt>
    <dgm:pt modelId="{CB16E46B-4605-5B4C-81E2-E64B54E79401}">
      <dgm:prSet phldrT="[Text]" custT="1"/>
      <dgm:spPr/>
      <dgm:t>
        <a:bodyPr/>
        <a:lstStyle/>
        <a:p>
          <a:r>
            <a:rPr lang="en-GB" sz="1700" dirty="0"/>
            <a:t>Jos </a:t>
          </a:r>
          <a:r>
            <a:rPr lang="en-GB" sz="1700" dirty="0" err="1"/>
            <a:t>Keldermans</a:t>
          </a:r>
          <a:endParaRPr lang="en-GB" sz="1700" dirty="0"/>
        </a:p>
        <a:p>
          <a:r>
            <a:rPr lang="en-GB" sz="1400" dirty="0" err="1"/>
            <a:t>Secretaris</a:t>
          </a:r>
          <a:endParaRPr lang="en-GB" sz="1400" dirty="0"/>
        </a:p>
      </dgm:t>
    </dgm:pt>
    <dgm:pt modelId="{0B8A6923-BEC1-F849-9C7D-1AEDA0AF5404}" type="parTrans" cxnId="{11EC4B56-D92E-4542-8418-B148B8105FC3}">
      <dgm:prSet/>
      <dgm:spPr/>
      <dgm:t>
        <a:bodyPr/>
        <a:lstStyle/>
        <a:p>
          <a:endParaRPr lang="en-GB"/>
        </a:p>
      </dgm:t>
    </dgm:pt>
    <dgm:pt modelId="{31030AB1-FC58-5147-97B8-ECA15A9D2CD9}" type="sibTrans" cxnId="{11EC4B56-D92E-4542-8418-B148B8105FC3}">
      <dgm:prSet/>
      <dgm:spPr/>
      <dgm:t>
        <a:bodyPr/>
        <a:lstStyle/>
        <a:p>
          <a:endParaRPr lang="en-GB"/>
        </a:p>
      </dgm:t>
    </dgm:pt>
    <dgm:pt modelId="{8B18F282-E9FE-5649-A497-80D3EEC9E6D5}">
      <dgm:prSet phldrT="[Text]" custT="1"/>
      <dgm:spPr/>
      <dgm:t>
        <a:bodyPr/>
        <a:lstStyle/>
        <a:p>
          <a:r>
            <a:rPr lang="en-GB" sz="1900" dirty="0"/>
            <a:t>Erwin </a:t>
          </a:r>
          <a:r>
            <a:rPr lang="en-GB" sz="1900" dirty="0" err="1"/>
            <a:t>Doggen</a:t>
          </a:r>
          <a:endParaRPr lang="en-GB" sz="1900" dirty="0"/>
        </a:p>
        <a:p>
          <a:r>
            <a:rPr lang="en-GB" sz="1400" dirty="0" err="1"/>
            <a:t>Bestuurder</a:t>
          </a:r>
          <a:endParaRPr lang="en-GB" sz="1400" dirty="0"/>
        </a:p>
      </dgm:t>
    </dgm:pt>
    <dgm:pt modelId="{629E8D6B-1427-C644-8D08-1F03A9B9753E}" type="parTrans" cxnId="{13FF9471-0A0E-C24D-8728-97A5B9AAD717}">
      <dgm:prSet/>
      <dgm:spPr/>
      <dgm:t>
        <a:bodyPr/>
        <a:lstStyle/>
        <a:p>
          <a:endParaRPr lang="en-GB"/>
        </a:p>
      </dgm:t>
    </dgm:pt>
    <dgm:pt modelId="{B163A4BD-B965-9E4C-981C-98A12DC22528}" type="sibTrans" cxnId="{13FF9471-0A0E-C24D-8728-97A5B9AAD717}">
      <dgm:prSet/>
      <dgm:spPr/>
      <dgm:t>
        <a:bodyPr/>
        <a:lstStyle/>
        <a:p>
          <a:endParaRPr lang="en-GB"/>
        </a:p>
      </dgm:t>
    </dgm:pt>
    <dgm:pt modelId="{FCE9A9E7-D19B-CA4B-AD75-BAB01B1F4901}">
      <dgm:prSet phldrT="[Text]" custT="1"/>
      <dgm:spPr/>
      <dgm:t>
        <a:bodyPr/>
        <a:lstStyle/>
        <a:p>
          <a:r>
            <a:rPr lang="en-GB" sz="1900" dirty="0"/>
            <a:t>Joel Bynens</a:t>
          </a:r>
        </a:p>
        <a:p>
          <a:r>
            <a:rPr lang="en-GB" sz="1400" dirty="0" err="1"/>
            <a:t>Bestuurder</a:t>
          </a:r>
          <a:endParaRPr lang="en-GB" sz="1400" dirty="0"/>
        </a:p>
      </dgm:t>
    </dgm:pt>
    <dgm:pt modelId="{09DDA6DC-BC5F-D64E-8651-A9CF3295EAA1}" type="parTrans" cxnId="{846407C5-74D4-F74D-BE59-6032E9033D05}">
      <dgm:prSet/>
      <dgm:spPr/>
      <dgm:t>
        <a:bodyPr/>
        <a:lstStyle/>
        <a:p>
          <a:endParaRPr lang="en-GB"/>
        </a:p>
      </dgm:t>
    </dgm:pt>
    <dgm:pt modelId="{6E6DBD7D-8C7B-564E-8CD8-E8FA6D20A50C}" type="sibTrans" cxnId="{846407C5-74D4-F74D-BE59-6032E9033D05}">
      <dgm:prSet/>
      <dgm:spPr/>
      <dgm:t>
        <a:bodyPr/>
        <a:lstStyle/>
        <a:p>
          <a:endParaRPr lang="en-GB"/>
        </a:p>
      </dgm:t>
    </dgm:pt>
    <dgm:pt modelId="{A810F1C9-AF60-D64D-A1BF-1C7DD191D4F3}">
      <dgm:prSet phldrT="[Text]" custT="1"/>
      <dgm:spPr/>
      <dgm:t>
        <a:bodyPr/>
        <a:lstStyle/>
        <a:p>
          <a:r>
            <a:rPr lang="en-GB" sz="1900" dirty="0"/>
            <a:t>Yves Frenay</a:t>
          </a:r>
        </a:p>
        <a:p>
          <a:r>
            <a:rPr lang="en-GB" sz="1400" dirty="0" err="1"/>
            <a:t>Bestuurder</a:t>
          </a:r>
          <a:endParaRPr lang="en-GB" sz="1400" dirty="0"/>
        </a:p>
      </dgm:t>
    </dgm:pt>
    <dgm:pt modelId="{0B63BABC-5729-8F4E-A797-1F1729F9673F}" type="parTrans" cxnId="{3E081D01-8857-F64D-8D8D-48A27CF22668}">
      <dgm:prSet/>
      <dgm:spPr/>
      <dgm:t>
        <a:bodyPr/>
        <a:lstStyle/>
        <a:p>
          <a:endParaRPr lang="en-GB"/>
        </a:p>
      </dgm:t>
    </dgm:pt>
    <dgm:pt modelId="{2BE2CF26-634F-E345-B327-2588FF45E0BA}" type="sibTrans" cxnId="{3E081D01-8857-F64D-8D8D-48A27CF22668}">
      <dgm:prSet/>
      <dgm:spPr/>
      <dgm:t>
        <a:bodyPr/>
        <a:lstStyle/>
        <a:p>
          <a:endParaRPr lang="en-GB"/>
        </a:p>
      </dgm:t>
    </dgm:pt>
    <dgm:pt modelId="{DF23DE48-4EA7-3549-BD7F-EC3CDC188213}" type="pres">
      <dgm:prSet presAssocID="{690CFA00-908F-CF49-9214-B1A16F8747B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773D79C-7317-3842-B2DD-779B94EDDD9C}" type="pres">
      <dgm:prSet presAssocID="{10F5EF1A-BCED-FA41-93FE-31C38D2C69AE}" presName="hierRoot1" presStyleCnt="0">
        <dgm:presLayoutVars>
          <dgm:hierBranch val="init"/>
        </dgm:presLayoutVars>
      </dgm:prSet>
      <dgm:spPr/>
    </dgm:pt>
    <dgm:pt modelId="{FD0B0C12-2A5A-FC4B-BF95-502E3500C7BA}" type="pres">
      <dgm:prSet presAssocID="{10F5EF1A-BCED-FA41-93FE-31C38D2C69AE}" presName="rootComposite1" presStyleCnt="0"/>
      <dgm:spPr/>
    </dgm:pt>
    <dgm:pt modelId="{85438B19-C440-BD4B-A0F3-D745704E8A0C}" type="pres">
      <dgm:prSet presAssocID="{10F5EF1A-BCED-FA41-93FE-31C38D2C69AE}" presName="rootText1" presStyleLbl="node0" presStyleIdx="0" presStyleCnt="1">
        <dgm:presLayoutVars>
          <dgm:chPref val="3"/>
        </dgm:presLayoutVars>
      </dgm:prSet>
      <dgm:spPr/>
    </dgm:pt>
    <dgm:pt modelId="{284031B1-8F04-7943-B940-85BF6798E8FD}" type="pres">
      <dgm:prSet presAssocID="{10F5EF1A-BCED-FA41-93FE-31C38D2C69AE}" presName="rootConnector1" presStyleLbl="node1" presStyleIdx="0" presStyleCnt="0"/>
      <dgm:spPr/>
    </dgm:pt>
    <dgm:pt modelId="{607EBA2F-901E-B04A-92DB-951ACB5B8EE4}" type="pres">
      <dgm:prSet presAssocID="{10F5EF1A-BCED-FA41-93FE-31C38D2C69AE}" presName="hierChild2" presStyleCnt="0"/>
      <dgm:spPr/>
    </dgm:pt>
    <dgm:pt modelId="{30CAC55F-7E96-A146-A2E6-E90619B81DCB}" type="pres">
      <dgm:prSet presAssocID="{88AD6169-82B7-4C40-AA3F-3CACF159B3F3}" presName="Name37" presStyleLbl="parChTrans1D2" presStyleIdx="0" presStyleCnt="5"/>
      <dgm:spPr/>
    </dgm:pt>
    <dgm:pt modelId="{4DB3A72F-3F46-A141-8D36-4AF7B176DAD1}" type="pres">
      <dgm:prSet presAssocID="{016478FD-F1C3-944E-B6D2-622AC5353D30}" presName="hierRoot2" presStyleCnt="0">
        <dgm:presLayoutVars>
          <dgm:hierBranch val="init"/>
        </dgm:presLayoutVars>
      </dgm:prSet>
      <dgm:spPr/>
    </dgm:pt>
    <dgm:pt modelId="{FAE951CF-0C64-8242-8C1F-4F525C3B80DA}" type="pres">
      <dgm:prSet presAssocID="{016478FD-F1C3-944E-B6D2-622AC5353D30}" presName="rootComposite" presStyleCnt="0"/>
      <dgm:spPr/>
    </dgm:pt>
    <dgm:pt modelId="{6331B114-7C73-224A-9BE2-0ACFEF01FB91}" type="pres">
      <dgm:prSet presAssocID="{016478FD-F1C3-944E-B6D2-622AC5353D30}" presName="rootText" presStyleLbl="node2" presStyleIdx="0" presStyleCnt="5">
        <dgm:presLayoutVars>
          <dgm:chPref val="3"/>
        </dgm:presLayoutVars>
      </dgm:prSet>
      <dgm:spPr/>
    </dgm:pt>
    <dgm:pt modelId="{DF914667-07BE-2F49-8B92-943E6425B87A}" type="pres">
      <dgm:prSet presAssocID="{016478FD-F1C3-944E-B6D2-622AC5353D30}" presName="rootConnector" presStyleLbl="node2" presStyleIdx="0" presStyleCnt="5"/>
      <dgm:spPr/>
    </dgm:pt>
    <dgm:pt modelId="{91D7C1E9-3946-674F-9821-1721B9FB25DD}" type="pres">
      <dgm:prSet presAssocID="{016478FD-F1C3-944E-B6D2-622AC5353D30}" presName="hierChild4" presStyleCnt="0"/>
      <dgm:spPr/>
    </dgm:pt>
    <dgm:pt modelId="{CDE4F7E5-5499-ED42-AE68-8868063BFB0E}" type="pres">
      <dgm:prSet presAssocID="{016478FD-F1C3-944E-B6D2-622AC5353D30}" presName="hierChild5" presStyleCnt="0"/>
      <dgm:spPr/>
    </dgm:pt>
    <dgm:pt modelId="{4B5C84DA-CF09-CF41-9431-ECCE042DEA86}" type="pres">
      <dgm:prSet presAssocID="{0B8A6923-BEC1-F849-9C7D-1AEDA0AF5404}" presName="Name37" presStyleLbl="parChTrans1D2" presStyleIdx="1" presStyleCnt="5"/>
      <dgm:spPr/>
    </dgm:pt>
    <dgm:pt modelId="{9D2FC94A-712A-3E41-8DBE-AAE5E1D2D7FB}" type="pres">
      <dgm:prSet presAssocID="{CB16E46B-4605-5B4C-81E2-E64B54E79401}" presName="hierRoot2" presStyleCnt="0">
        <dgm:presLayoutVars>
          <dgm:hierBranch val="init"/>
        </dgm:presLayoutVars>
      </dgm:prSet>
      <dgm:spPr/>
    </dgm:pt>
    <dgm:pt modelId="{8EE2732B-FB5E-B645-A690-72CF9F515B40}" type="pres">
      <dgm:prSet presAssocID="{CB16E46B-4605-5B4C-81E2-E64B54E79401}" presName="rootComposite" presStyleCnt="0"/>
      <dgm:spPr/>
    </dgm:pt>
    <dgm:pt modelId="{E1A50CEC-FD58-114D-892B-B80E9BDBDED8}" type="pres">
      <dgm:prSet presAssocID="{CB16E46B-4605-5B4C-81E2-E64B54E79401}" presName="rootText" presStyleLbl="node2" presStyleIdx="1" presStyleCnt="5">
        <dgm:presLayoutVars>
          <dgm:chPref val="3"/>
        </dgm:presLayoutVars>
      </dgm:prSet>
      <dgm:spPr/>
    </dgm:pt>
    <dgm:pt modelId="{B8029057-3BF0-6A46-95BF-DCE77AC1C0E0}" type="pres">
      <dgm:prSet presAssocID="{CB16E46B-4605-5B4C-81E2-E64B54E79401}" presName="rootConnector" presStyleLbl="node2" presStyleIdx="1" presStyleCnt="5"/>
      <dgm:spPr/>
    </dgm:pt>
    <dgm:pt modelId="{1222AD28-E9A8-384E-B7AF-D87563092CCB}" type="pres">
      <dgm:prSet presAssocID="{CB16E46B-4605-5B4C-81E2-E64B54E79401}" presName="hierChild4" presStyleCnt="0"/>
      <dgm:spPr/>
    </dgm:pt>
    <dgm:pt modelId="{29EC3FA7-CAFD-1D4B-9ED5-7A5E82284ECC}" type="pres">
      <dgm:prSet presAssocID="{CB16E46B-4605-5B4C-81E2-E64B54E79401}" presName="hierChild5" presStyleCnt="0"/>
      <dgm:spPr/>
    </dgm:pt>
    <dgm:pt modelId="{508C8F4D-873A-584C-BA01-AFC58EB88D24}" type="pres">
      <dgm:prSet presAssocID="{629E8D6B-1427-C644-8D08-1F03A9B9753E}" presName="Name37" presStyleLbl="parChTrans1D2" presStyleIdx="2" presStyleCnt="5"/>
      <dgm:spPr/>
    </dgm:pt>
    <dgm:pt modelId="{8ED689B3-29E2-0D41-81D8-A3648AA367B4}" type="pres">
      <dgm:prSet presAssocID="{8B18F282-E9FE-5649-A497-80D3EEC9E6D5}" presName="hierRoot2" presStyleCnt="0">
        <dgm:presLayoutVars>
          <dgm:hierBranch val="init"/>
        </dgm:presLayoutVars>
      </dgm:prSet>
      <dgm:spPr/>
    </dgm:pt>
    <dgm:pt modelId="{3AA8F48F-A5B7-B54C-BC77-6EE0E1C9060E}" type="pres">
      <dgm:prSet presAssocID="{8B18F282-E9FE-5649-A497-80D3EEC9E6D5}" presName="rootComposite" presStyleCnt="0"/>
      <dgm:spPr/>
    </dgm:pt>
    <dgm:pt modelId="{73679011-8ADF-8F4C-AFDD-A55D0FF2E054}" type="pres">
      <dgm:prSet presAssocID="{8B18F282-E9FE-5649-A497-80D3EEC9E6D5}" presName="rootText" presStyleLbl="node2" presStyleIdx="2" presStyleCnt="5">
        <dgm:presLayoutVars>
          <dgm:chPref val="3"/>
        </dgm:presLayoutVars>
      </dgm:prSet>
      <dgm:spPr/>
    </dgm:pt>
    <dgm:pt modelId="{9697C3FA-A502-7F43-AA0E-5E434DBF1D54}" type="pres">
      <dgm:prSet presAssocID="{8B18F282-E9FE-5649-A497-80D3EEC9E6D5}" presName="rootConnector" presStyleLbl="node2" presStyleIdx="2" presStyleCnt="5"/>
      <dgm:spPr/>
    </dgm:pt>
    <dgm:pt modelId="{DF876031-FFF9-E64D-AAB0-C526BF39B3E1}" type="pres">
      <dgm:prSet presAssocID="{8B18F282-E9FE-5649-A497-80D3EEC9E6D5}" presName="hierChild4" presStyleCnt="0"/>
      <dgm:spPr/>
    </dgm:pt>
    <dgm:pt modelId="{66659A11-24F9-E946-B302-503065E752A3}" type="pres">
      <dgm:prSet presAssocID="{8B18F282-E9FE-5649-A497-80D3EEC9E6D5}" presName="hierChild5" presStyleCnt="0"/>
      <dgm:spPr/>
    </dgm:pt>
    <dgm:pt modelId="{FEFAA84E-F22D-EE4C-A889-7B26FA7EBC2A}" type="pres">
      <dgm:prSet presAssocID="{09DDA6DC-BC5F-D64E-8651-A9CF3295EAA1}" presName="Name37" presStyleLbl="parChTrans1D2" presStyleIdx="3" presStyleCnt="5"/>
      <dgm:spPr/>
    </dgm:pt>
    <dgm:pt modelId="{D2213F0F-AAC1-874B-8FBB-4A36FFF36068}" type="pres">
      <dgm:prSet presAssocID="{FCE9A9E7-D19B-CA4B-AD75-BAB01B1F4901}" presName="hierRoot2" presStyleCnt="0">
        <dgm:presLayoutVars>
          <dgm:hierBranch val="init"/>
        </dgm:presLayoutVars>
      </dgm:prSet>
      <dgm:spPr/>
    </dgm:pt>
    <dgm:pt modelId="{1C57CA03-31EF-F54F-9E44-B6B5F14358FA}" type="pres">
      <dgm:prSet presAssocID="{FCE9A9E7-D19B-CA4B-AD75-BAB01B1F4901}" presName="rootComposite" presStyleCnt="0"/>
      <dgm:spPr/>
    </dgm:pt>
    <dgm:pt modelId="{C7EF4864-9104-9B48-88D4-D1EB9F47579F}" type="pres">
      <dgm:prSet presAssocID="{FCE9A9E7-D19B-CA4B-AD75-BAB01B1F4901}" presName="rootText" presStyleLbl="node2" presStyleIdx="3" presStyleCnt="5">
        <dgm:presLayoutVars>
          <dgm:chPref val="3"/>
        </dgm:presLayoutVars>
      </dgm:prSet>
      <dgm:spPr/>
    </dgm:pt>
    <dgm:pt modelId="{F99F800A-DEE6-F843-B2D3-96677B33453A}" type="pres">
      <dgm:prSet presAssocID="{FCE9A9E7-D19B-CA4B-AD75-BAB01B1F4901}" presName="rootConnector" presStyleLbl="node2" presStyleIdx="3" presStyleCnt="5"/>
      <dgm:spPr/>
    </dgm:pt>
    <dgm:pt modelId="{7D6B02F0-C101-8B4B-BC1E-9ECFA47E4B46}" type="pres">
      <dgm:prSet presAssocID="{FCE9A9E7-D19B-CA4B-AD75-BAB01B1F4901}" presName="hierChild4" presStyleCnt="0"/>
      <dgm:spPr/>
    </dgm:pt>
    <dgm:pt modelId="{B777776C-7F28-4D48-B514-F9C22D743399}" type="pres">
      <dgm:prSet presAssocID="{FCE9A9E7-D19B-CA4B-AD75-BAB01B1F4901}" presName="hierChild5" presStyleCnt="0"/>
      <dgm:spPr/>
    </dgm:pt>
    <dgm:pt modelId="{3774B764-B307-6E47-9BF9-CA0644352B16}" type="pres">
      <dgm:prSet presAssocID="{0B63BABC-5729-8F4E-A797-1F1729F9673F}" presName="Name37" presStyleLbl="parChTrans1D2" presStyleIdx="4" presStyleCnt="5"/>
      <dgm:spPr/>
    </dgm:pt>
    <dgm:pt modelId="{145E8045-96AB-8844-AEBB-0233E7A8EA14}" type="pres">
      <dgm:prSet presAssocID="{A810F1C9-AF60-D64D-A1BF-1C7DD191D4F3}" presName="hierRoot2" presStyleCnt="0">
        <dgm:presLayoutVars>
          <dgm:hierBranch val="init"/>
        </dgm:presLayoutVars>
      </dgm:prSet>
      <dgm:spPr/>
    </dgm:pt>
    <dgm:pt modelId="{F2F4AD64-40E3-464D-A639-68E99344D120}" type="pres">
      <dgm:prSet presAssocID="{A810F1C9-AF60-D64D-A1BF-1C7DD191D4F3}" presName="rootComposite" presStyleCnt="0"/>
      <dgm:spPr/>
    </dgm:pt>
    <dgm:pt modelId="{4EDDD988-8EF3-C547-9E33-D0B09760D79B}" type="pres">
      <dgm:prSet presAssocID="{A810F1C9-AF60-D64D-A1BF-1C7DD191D4F3}" presName="rootText" presStyleLbl="node2" presStyleIdx="4" presStyleCnt="5">
        <dgm:presLayoutVars>
          <dgm:chPref val="3"/>
        </dgm:presLayoutVars>
      </dgm:prSet>
      <dgm:spPr/>
    </dgm:pt>
    <dgm:pt modelId="{CD25CB15-309A-8A41-9A31-46B97DFA2CB5}" type="pres">
      <dgm:prSet presAssocID="{A810F1C9-AF60-D64D-A1BF-1C7DD191D4F3}" presName="rootConnector" presStyleLbl="node2" presStyleIdx="4" presStyleCnt="5"/>
      <dgm:spPr/>
    </dgm:pt>
    <dgm:pt modelId="{8D210CC8-A8FA-694A-B322-9039228F5F9F}" type="pres">
      <dgm:prSet presAssocID="{A810F1C9-AF60-D64D-A1BF-1C7DD191D4F3}" presName="hierChild4" presStyleCnt="0"/>
      <dgm:spPr/>
    </dgm:pt>
    <dgm:pt modelId="{0F6E3FE6-A667-0C4D-8CDA-5870C4F52054}" type="pres">
      <dgm:prSet presAssocID="{A810F1C9-AF60-D64D-A1BF-1C7DD191D4F3}" presName="hierChild5" presStyleCnt="0"/>
      <dgm:spPr/>
    </dgm:pt>
    <dgm:pt modelId="{F9BA02C2-5715-694A-ABE7-100ED639A5AC}" type="pres">
      <dgm:prSet presAssocID="{10F5EF1A-BCED-FA41-93FE-31C38D2C69AE}" presName="hierChild3" presStyleCnt="0"/>
      <dgm:spPr/>
    </dgm:pt>
  </dgm:ptLst>
  <dgm:cxnLst>
    <dgm:cxn modelId="{3E081D01-8857-F64D-8D8D-48A27CF22668}" srcId="{10F5EF1A-BCED-FA41-93FE-31C38D2C69AE}" destId="{A810F1C9-AF60-D64D-A1BF-1C7DD191D4F3}" srcOrd="4" destOrd="0" parTransId="{0B63BABC-5729-8F4E-A797-1F1729F9673F}" sibTransId="{2BE2CF26-634F-E345-B327-2588FF45E0BA}"/>
    <dgm:cxn modelId="{CF17951C-8D6B-2D42-9D76-7223F0A249C7}" type="presOf" srcId="{A810F1C9-AF60-D64D-A1BF-1C7DD191D4F3}" destId="{CD25CB15-309A-8A41-9A31-46B97DFA2CB5}" srcOrd="1" destOrd="0" presId="urn:microsoft.com/office/officeart/2005/8/layout/orgChart1"/>
    <dgm:cxn modelId="{38A89A30-A10F-EC4F-AB8F-5EDCB95A191D}" type="presOf" srcId="{CB16E46B-4605-5B4C-81E2-E64B54E79401}" destId="{B8029057-3BF0-6A46-95BF-DCE77AC1C0E0}" srcOrd="1" destOrd="0" presId="urn:microsoft.com/office/officeart/2005/8/layout/orgChart1"/>
    <dgm:cxn modelId="{24BC8C3F-F6C5-DB4B-B84B-35FA336B61E6}" type="presOf" srcId="{CB16E46B-4605-5B4C-81E2-E64B54E79401}" destId="{E1A50CEC-FD58-114D-892B-B80E9BDBDED8}" srcOrd="0" destOrd="0" presId="urn:microsoft.com/office/officeart/2005/8/layout/orgChart1"/>
    <dgm:cxn modelId="{6990705C-0721-B546-AD72-3A29DFD96732}" type="presOf" srcId="{10F5EF1A-BCED-FA41-93FE-31C38D2C69AE}" destId="{85438B19-C440-BD4B-A0F3-D745704E8A0C}" srcOrd="0" destOrd="0" presId="urn:microsoft.com/office/officeart/2005/8/layout/orgChart1"/>
    <dgm:cxn modelId="{18FAAB5D-D240-B940-AA40-01E30CD6FDE6}" srcId="{690CFA00-908F-CF49-9214-B1A16F8747B7}" destId="{10F5EF1A-BCED-FA41-93FE-31C38D2C69AE}" srcOrd="0" destOrd="0" parTransId="{678E1D54-D367-C44B-8ED5-50F664F9E44B}" sibTransId="{9E66F031-9FCF-FC46-9BA8-B11E3AEEA54E}"/>
    <dgm:cxn modelId="{13FF9471-0A0E-C24D-8728-97A5B9AAD717}" srcId="{10F5EF1A-BCED-FA41-93FE-31C38D2C69AE}" destId="{8B18F282-E9FE-5649-A497-80D3EEC9E6D5}" srcOrd="2" destOrd="0" parTransId="{629E8D6B-1427-C644-8D08-1F03A9B9753E}" sibTransId="{B163A4BD-B965-9E4C-981C-98A12DC22528}"/>
    <dgm:cxn modelId="{3002C653-087A-9144-9CB3-A78AC6E4CDD0}" type="presOf" srcId="{8B18F282-E9FE-5649-A497-80D3EEC9E6D5}" destId="{9697C3FA-A502-7F43-AA0E-5E434DBF1D54}" srcOrd="1" destOrd="0" presId="urn:microsoft.com/office/officeart/2005/8/layout/orgChart1"/>
    <dgm:cxn modelId="{11EC4B56-D92E-4542-8418-B148B8105FC3}" srcId="{10F5EF1A-BCED-FA41-93FE-31C38D2C69AE}" destId="{CB16E46B-4605-5B4C-81E2-E64B54E79401}" srcOrd="1" destOrd="0" parTransId="{0B8A6923-BEC1-F849-9C7D-1AEDA0AF5404}" sibTransId="{31030AB1-FC58-5147-97B8-ECA15A9D2CD9}"/>
    <dgm:cxn modelId="{EB372D58-ED17-5F4D-B5B5-8AF404D59729}" srcId="{10F5EF1A-BCED-FA41-93FE-31C38D2C69AE}" destId="{016478FD-F1C3-944E-B6D2-622AC5353D30}" srcOrd="0" destOrd="0" parTransId="{88AD6169-82B7-4C40-AA3F-3CACF159B3F3}" sibTransId="{4D9CF712-E2C4-364D-971F-299C5448A1FB}"/>
    <dgm:cxn modelId="{82610E79-6ADC-584B-9222-C273810FA835}" type="presOf" srcId="{10F5EF1A-BCED-FA41-93FE-31C38D2C69AE}" destId="{284031B1-8F04-7943-B940-85BF6798E8FD}" srcOrd="1" destOrd="0" presId="urn:microsoft.com/office/officeart/2005/8/layout/orgChart1"/>
    <dgm:cxn modelId="{E38B407F-381A-484C-89CE-B4E70B2680EA}" type="presOf" srcId="{FCE9A9E7-D19B-CA4B-AD75-BAB01B1F4901}" destId="{F99F800A-DEE6-F843-B2D3-96677B33453A}" srcOrd="1" destOrd="0" presId="urn:microsoft.com/office/officeart/2005/8/layout/orgChart1"/>
    <dgm:cxn modelId="{1E2F647F-7915-DC40-9A86-2EEC32CD21E9}" type="presOf" srcId="{690CFA00-908F-CF49-9214-B1A16F8747B7}" destId="{DF23DE48-4EA7-3549-BD7F-EC3CDC188213}" srcOrd="0" destOrd="0" presId="urn:microsoft.com/office/officeart/2005/8/layout/orgChart1"/>
    <dgm:cxn modelId="{96B89FAB-E685-4948-96CB-5C3F2C7DBB7F}" type="presOf" srcId="{88AD6169-82B7-4C40-AA3F-3CACF159B3F3}" destId="{30CAC55F-7E96-A146-A2E6-E90619B81DCB}" srcOrd="0" destOrd="0" presId="urn:microsoft.com/office/officeart/2005/8/layout/orgChart1"/>
    <dgm:cxn modelId="{1C6EC5B1-6317-484A-B893-4F8A0611B48C}" type="presOf" srcId="{0B8A6923-BEC1-F849-9C7D-1AEDA0AF5404}" destId="{4B5C84DA-CF09-CF41-9431-ECCE042DEA86}" srcOrd="0" destOrd="0" presId="urn:microsoft.com/office/officeart/2005/8/layout/orgChart1"/>
    <dgm:cxn modelId="{939E29B3-D559-F941-B035-D4809C11FEA1}" type="presOf" srcId="{A810F1C9-AF60-D64D-A1BF-1C7DD191D4F3}" destId="{4EDDD988-8EF3-C547-9E33-D0B09760D79B}" srcOrd="0" destOrd="0" presId="urn:microsoft.com/office/officeart/2005/8/layout/orgChart1"/>
    <dgm:cxn modelId="{0BB0B0B3-698F-AB46-B2D7-8B48C2873FBE}" type="presOf" srcId="{016478FD-F1C3-944E-B6D2-622AC5353D30}" destId="{DF914667-07BE-2F49-8B92-943E6425B87A}" srcOrd="1" destOrd="0" presId="urn:microsoft.com/office/officeart/2005/8/layout/orgChart1"/>
    <dgm:cxn modelId="{846407C5-74D4-F74D-BE59-6032E9033D05}" srcId="{10F5EF1A-BCED-FA41-93FE-31C38D2C69AE}" destId="{FCE9A9E7-D19B-CA4B-AD75-BAB01B1F4901}" srcOrd="3" destOrd="0" parTransId="{09DDA6DC-BC5F-D64E-8651-A9CF3295EAA1}" sibTransId="{6E6DBD7D-8C7B-564E-8CD8-E8FA6D20A50C}"/>
    <dgm:cxn modelId="{13CDD1C5-B565-AB4E-A671-5B3CD88B5F92}" type="presOf" srcId="{09DDA6DC-BC5F-D64E-8651-A9CF3295EAA1}" destId="{FEFAA84E-F22D-EE4C-A889-7B26FA7EBC2A}" srcOrd="0" destOrd="0" presId="urn:microsoft.com/office/officeart/2005/8/layout/orgChart1"/>
    <dgm:cxn modelId="{E6B44BCD-8ADB-E444-8C39-CFF21C101667}" type="presOf" srcId="{016478FD-F1C3-944E-B6D2-622AC5353D30}" destId="{6331B114-7C73-224A-9BE2-0ACFEF01FB91}" srcOrd="0" destOrd="0" presId="urn:microsoft.com/office/officeart/2005/8/layout/orgChart1"/>
    <dgm:cxn modelId="{182F63D3-A483-7744-8510-53C50F3DB860}" type="presOf" srcId="{8B18F282-E9FE-5649-A497-80D3EEC9E6D5}" destId="{73679011-8ADF-8F4C-AFDD-A55D0FF2E054}" srcOrd="0" destOrd="0" presId="urn:microsoft.com/office/officeart/2005/8/layout/orgChart1"/>
    <dgm:cxn modelId="{20B1BAE2-1691-8C4E-9B15-8D8268F8C855}" type="presOf" srcId="{629E8D6B-1427-C644-8D08-1F03A9B9753E}" destId="{508C8F4D-873A-584C-BA01-AFC58EB88D24}" srcOrd="0" destOrd="0" presId="urn:microsoft.com/office/officeart/2005/8/layout/orgChart1"/>
    <dgm:cxn modelId="{75DAF7F3-8DE7-2D43-A5EF-6CC0774BBBCC}" type="presOf" srcId="{0B63BABC-5729-8F4E-A797-1F1729F9673F}" destId="{3774B764-B307-6E47-9BF9-CA0644352B16}" srcOrd="0" destOrd="0" presId="urn:microsoft.com/office/officeart/2005/8/layout/orgChart1"/>
    <dgm:cxn modelId="{DBDAF0F9-1C49-9A4A-BCA1-06D46B1AAAD7}" type="presOf" srcId="{FCE9A9E7-D19B-CA4B-AD75-BAB01B1F4901}" destId="{C7EF4864-9104-9B48-88D4-D1EB9F47579F}" srcOrd="0" destOrd="0" presId="urn:microsoft.com/office/officeart/2005/8/layout/orgChart1"/>
    <dgm:cxn modelId="{FDB75F47-A2B4-BD49-A163-CEC65AE62166}" type="presParOf" srcId="{DF23DE48-4EA7-3549-BD7F-EC3CDC188213}" destId="{C773D79C-7317-3842-B2DD-779B94EDDD9C}" srcOrd="0" destOrd="0" presId="urn:microsoft.com/office/officeart/2005/8/layout/orgChart1"/>
    <dgm:cxn modelId="{52D56551-6165-9A48-A2D8-C6BB898584B1}" type="presParOf" srcId="{C773D79C-7317-3842-B2DD-779B94EDDD9C}" destId="{FD0B0C12-2A5A-FC4B-BF95-502E3500C7BA}" srcOrd="0" destOrd="0" presId="urn:microsoft.com/office/officeart/2005/8/layout/orgChart1"/>
    <dgm:cxn modelId="{178A0D61-9507-4749-BE51-0B606025F45F}" type="presParOf" srcId="{FD0B0C12-2A5A-FC4B-BF95-502E3500C7BA}" destId="{85438B19-C440-BD4B-A0F3-D745704E8A0C}" srcOrd="0" destOrd="0" presId="urn:microsoft.com/office/officeart/2005/8/layout/orgChart1"/>
    <dgm:cxn modelId="{8ED135C3-F8F2-E140-9BCB-C031AFAEDC75}" type="presParOf" srcId="{FD0B0C12-2A5A-FC4B-BF95-502E3500C7BA}" destId="{284031B1-8F04-7943-B940-85BF6798E8FD}" srcOrd="1" destOrd="0" presId="urn:microsoft.com/office/officeart/2005/8/layout/orgChart1"/>
    <dgm:cxn modelId="{90BE6623-A389-9845-AE77-DB6CD4442768}" type="presParOf" srcId="{C773D79C-7317-3842-B2DD-779B94EDDD9C}" destId="{607EBA2F-901E-B04A-92DB-951ACB5B8EE4}" srcOrd="1" destOrd="0" presId="urn:microsoft.com/office/officeart/2005/8/layout/orgChart1"/>
    <dgm:cxn modelId="{C0FADC59-95A8-3946-BA10-38B3FA478867}" type="presParOf" srcId="{607EBA2F-901E-B04A-92DB-951ACB5B8EE4}" destId="{30CAC55F-7E96-A146-A2E6-E90619B81DCB}" srcOrd="0" destOrd="0" presId="urn:microsoft.com/office/officeart/2005/8/layout/orgChart1"/>
    <dgm:cxn modelId="{5522C17F-F7AD-814B-8693-5E8FF2EA1C93}" type="presParOf" srcId="{607EBA2F-901E-B04A-92DB-951ACB5B8EE4}" destId="{4DB3A72F-3F46-A141-8D36-4AF7B176DAD1}" srcOrd="1" destOrd="0" presId="urn:microsoft.com/office/officeart/2005/8/layout/orgChart1"/>
    <dgm:cxn modelId="{23929990-7C31-6442-9466-6F7C6640E4B6}" type="presParOf" srcId="{4DB3A72F-3F46-A141-8D36-4AF7B176DAD1}" destId="{FAE951CF-0C64-8242-8C1F-4F525C3B80DA}" srcOrd="0" destOrd="0" presId="urn:microsoft.com/office/officeart/2005/8/layout/orgChart1"/>
    <dgm:cxn modelId="{82FF8FE2-F7F5-D94D-B649-746C64A9EEA9}" type="presParOf" srcId="{FAE951CF-0C64-8242-8C1F-4F525C3B80DA}" destId="{6331B114-7C73-224A-9BE2-0ACFEF01FB91}" srcOrd="0" destOrd="0" presId="urn:microsoft.com/office/officeart/2005/8/layout/orgChart1"/>
    <dgm:cxn modelId="{C844B037-38B4-9649-B303-3B9FFF4AEE86}" type="presParOf" srcId="{FAE951CF-0C64-8242-8C1F-4F525C3B80DA}" destId="{DF914667-07BE-2F49-8B92-943E6425B87A}" srcOrd="1" destOrd="0" presId="urn:microsoft.com/office/officeart/2005/8/layout/orgChart1"/>
    <dgm:cxn modelId="{5AA8ABC8-D4DA-BF46-9110-17B89ED0C450}" type="presParOf" srcId="{4DB3A72F-3F46-A141-8D36-4AF7B176DAD1}" destId="{91D7C1E9-3946-674F-9821-1721B9FB25DD}" srcOrd="1" destOrd="0" presId="urn:microsoft.com/office/officeart/2005/8/layout/orgChart1"/>
    <dgm:cxn modelId="{EF1BD406-B895-B64D-90EE-0942EFBC7575}" type="presParOf" srcId="{4DB3A72F-3F46-A141-8D36-4AF7B176DAD1}" destId="{CDE4F7E5-5499-ED42-AE68-8868063BFB0E}" srcOrd="2" destOrd="0" presId="urn:microsoft.com/office/officeart/2005/8/layout/orgChart1"/>
    <dgm:cxn modelId="{049811AC-542D-1C46-B679-2D7B3056F5BF}" type="presParOf" srcId="{607EBA2F-901E-B04A-92DB-951ACB5B8EE4}" destId="{4B5C84DA-CF09-CF41-9431-ECCE042DEA86}" srcOrd="2" destOrd="0" presId="urn:microsoft.com/office/officeart/2005/8/layout/orgChart1"/>
    <dgm:cxn modelId="{89C4F00A-9F00-DE49-A023-E6400246279F}" type="presParOf" srcId="{607EBA2F-901E-B04A-92DB-951ACB5B8EE4}" destId="{9D2FC94A-712A-3E41-8DBE-AAE5E1D2D7FB}" srcOrd="3" destOrd="0" presId="urn:microsoft.com/office/officeart/2005/8/layout/orgChart1"/>
    <dgm:cxn modelId="{D4E5E3C0-954D-EB4F-94F3-A643B6909047}" type="presParOf" srcId="{9D2FC94A-712A-3E41-8DBE-AAE5E1D2D7FB}" destId="{8EE2732B-FB5E-B645-A690-72CF9F515B40}" srcOrd="0" destOrd="0" presId="urn:microsoft.com/office/officeart/2005/8/layout/orgChart1"/>
    <dgm:cxn modelId="{847D913D-B43C-284D-920A-DD2331B71F01}" type="presParOf" srcId="{8EE2732B-FB5E-B645-A690-72CF9F515B40}" destId="{E1A50CEC-FD58-114D-892B-B80E9BDBDED8}" srcOrd="0" destOrd="0" presId="urn:microsoft.com/office/officeart/2005/8/layout/orgChart1"/>
    <dgm:cxn modelId="{B40CE43F-46C0-FF47-9F5A-024513CEB3D4}" type="presParOf" srcId="{8EE2732B-FB5E-B645-A690-72CF9F515B40}" destId="{B8029057-3BF0-6A46-95BF-DCE77AC1C0E0}" srcOrd="1" destOrd="0" presId="urn:microsoft.com/office/officeart/2005/8/layout/orgChart1"/>
    <dgm:cxn modelId="{35A5D1E3-6C4C-0343-AECE-B200D525E40F}" type="presParOf" srcId="{9D2FC94A-712A-3E41-8DBE-AAE5E1D2D7FB}" destId="{1222AD28-E9A8-384E-B7AF-D87563092CCB}" srcOrd="1" destOrd="0" presId="urn:microsoft.com/office/officeart/2005/8/layout/orgChart1"/>
    <dgm:cxn modelId="{3770FC63-DD3A-9241-9E34-A53A3F84D04A}" type="presParOf" srcId="{9D2FC94A-712A-3E41-8DBE-AAE5E1D2D7FB}" destId="{29EC3FA7-CAFD-1D4B-9ED5-7A5E82284ECC}" srcOrd="2" destOrd="0" presId="urn:microsoft.com/office/officeart/2005/8/layout/orgChart1"/>
    <dgm:cxn modelId="{BFCBC5C3-2D77-974E-9171-3E6154ABF5DA}" type="presParOf" srcId="{607EBA2F-901E-B04A-92DB-951ACB5B8EE4}" destId="{508C8F4D-873A-584C-BA01-AFC58EB88D24}" srcOrd="4" destOrd="0" presId="urn:microsoft.com/office/officeart/2005/8/layout/orgChart1"/>
    <dgm:cxn modelId="{1BFAB40A-462C-C249-BE87-BFF95793DA78}" type="presParOf" srcId="{607EBA2F-901E-B04A-92DB-951ACB5B8EE4}" destId="{8ED689B3-29E2-0D41-81D8-A3648AA367B4}" srcOrd="5" destOrd="0" presId="urn:microsoft.com/office/officeart/2005/8/layout/orgChart1"/>
    <dgm:cxn modelId="{135E9E3A-E8BD-1B41-96FB-E4261DD68636}" type="presParOf" srcId="{8ED689B3-29E2-0D41-81D8-A3648AA367B4}" destId="{3AA8F48F-A5B7-B54C-BC77-6EE0E1C9060E}" srcOrd="0" destOrd="0" presId="urn:microsoft.com/office/officeart/2005/8/layout/orgChart1"/>
    <dgm:cxn modelId="{19E72768-D1C6-1D4E-B999-648B17A3DDC4}" type="presParOf" srcId="{3AA8F48F-A5B7-B54C-BC77-6EE0E1C9060E}" destId="{73679011-8ADF-8F4C-AFDD-A55D0FF2E054}" srcOrd="0" destOrd="0" presId="urn:microsoft.com/office/officeart/2005/8/layout/orgChart1"/>
    <dgm:cxn modelId="{6358798C-E573-7447-8D7A-D11E965DC115}" type="presParOf" srcId="{3AA8F48F-A5B7-B54C-BC77-6EE0E1C9060E}" destId="{9697C3FA-A502-7F43-AA0E-5E434DBF1D54}" srcOrd="1" destOrd="0" presId="urn:microsoft.com/office/officeart/2005/8/layout/orgChart1"/>
    <dgm:cxn modelId="{7C862BCC-CD16-E949-BAFD-B0F32F41967B}" type="presParOf" srcId="{8ED689B3-29E2-0D41-81D8-A3648AA367B4}" destId="{DF876031-FFF9-E64D-AAB0-C526BF39B3E1}" srcOrd="1" destOrd="0" presId="urn:microsoft.com/office/officeart/2005/8/layout/orgChart1"/>
    <dgm:cxn modelId="{8A5DFFEC-6D3F-C54A-B863-D519B6B00FD7}" type="presParOf" srcId="{8ED689B3-29E2-0D41-81D8-A3648AA367B4}" destId="{66659A11-24F9-E946-B302-503065E752A3}" srcOrd="2" destOrd="0" presId="urn:microsoft.com/office/officeart/2005/8/layout/orgChart1"/>
    <dgm:cxn modelId="{5BE3ACB3-06D2-CC41-8042-67C88DCCEE79}" type="presParOf" srcId="{607EBA2F-901E-B04A-92DB-951ACB5B8EE4}" destId="{FEFAA84E-F22D-EE4C-A889-7B26FA7EBC2A}" srcOrd="6" destOrd="0" presId="urn:microsoft.com/office/officeart/2005/8/layout/orgChart1"/>
    <dgm:cxn modelId="{297E0964-8595-4447-ABF7-9769555A2FF9}" type="presParOf" srcId="{607EBA2F-901E-B04A-92DB-951ACB5B8EE4}" destId="{D2213F0F-AAC1-874B-8FBB-4A36FFF36068}" srcOrd="7" destOrd="0" presId="urn:microsoft.com/office/officeart/2005/8/layout/orgChart1"/>
    <dgm:cxn modelId="{EEF61071-5C1F-2841-A0F9-8BC3D6235BF5}" type="presParOf" srcId="{D2213F0F-AAC1-874B-8FBB-4A36FFF36068}" destId="{1C57CA03-31EF-F54F-9E44-B6B5F14358FA}" srcOrd="0" destOrd="0" presId="urn:microsoft.com/office/officeart/2005/8/layout/orgChart1"/>
    <dgm:cxn modelId="{7F829015-255F-3D47-B690-30C0DF5A8CBC}" type="presParOf" srcId="{1C57CA03-31EF-F54F-9E44-B6B5F14358FA}" destId="{C7EF4864-9104-9B48-88D4-D1EB9F47579F}" srcOrd="0" destOrd="0" presId="urn:microsoft.com/office/officeart/2005/8/layout/orgChart1"/>
    <dgm:cxn modelId="{3DC0AB24-FC76-0B43-B3DC-8A0CC523A6CB}" type="presParOf" srcId="{1C57CA03-31EF-F54F-9E44-B6B5F14358FA}" destId="{F99F800A-DEE6-F843-B2D3-96677B33453A}" srcOrd="1" destOrd="0" presId="urn:microsoft.com/office/officeart/2005/8/layout/orgChart1"/>
    <dgm:cxn modelId="{49FDE2C4-9CCC-534E-8B58-081100A5B56B}" type="presParOf" srcId="{D2213F0F-AAC1-874B-8FBB-4A36FFF36068}" destId="{7D6B02F0-C101-8B4B-BC1E-9ECFA47E4B46}" srcOrd="1" destOrd="0" presId="urn:microsoft.com/office/officeart/2005/8/layout/orgChart1"/>
    <dgm:cxn modelId="{0B3BE81E-D776-C84E-9C85-6F67747BD11A}" type="presParOf" srcId="{D2213F0F-AAC1-874B-8FBB-4A36FFF36068}" destId="{B777776C-7F28-4D48-B514-F9C22D743399}" srcOrd="2" destOrd="0" presId="urn:microsoft.com/office/officeart/2005/8/layout/orgChart1"/>
    <dgm:cxn modelId="{9D669F07-0E80-9248-B303-781E621AFBEC}" type="presParOf" srcId="{607EBA2F-901E-B04A-92DB-951ACB5B8EE4}" destId="{3774B764-B307-6E47-9BF9-CA0644352B16}" srcOrd="8" destOrd="0" presId="urn:microsoft.com/office/officeart/2005/8/layout/orgChart1"/>
    <dgm:cxn modelId="{DDCB735F-EDE6-1B44-8C5D-897BE3ED5975}" type="presParOf" srcId="{607EBA2F-901E-B04A-92DB-951ACB5B8EE4}" destId="{145E8045-96AB-8844-AEBB-0233E7A8EA14}" srcOrd="9" destOrd="0" presId="urn:microsoft.com/office/officeart/2005/8/layout/orgChart1"/>
    <dgm:cxn modelId="{6BB88FEA-7E99-AF40-A285-316925D63C85}" type="presParOf" srcId="{145E8045-96AB-8844-AEBB-0233E7A8EA14}" destId="{F2F4AD64-40E3-464D-A639-68E99344D120}" srcOrd="0" destOrd="0" presId="urn:microsoft.com/office/officeart/2005/8/layout/orgChart1"/>
    <dgm:cxn modelId="{EB8EBE63-D699-F44B-BF3F-C053589E8443}" type="presParOf" srcId="{F2F4AD64-40E3-464D-A639-68E99344D120}" destId="{4EDDD988-8EF3-C547-9E33-D0B09760D79B}" srcOrd="0" destOrd="0" presId="urn:microsoft.com/office/officeart/2005/8/layout/orgChart1"/>
    <dgm:cxn modelId="{E596FE34-E8A2-5540-B3E7-C400DDBB04EA}" type="presParOf" srcId="{F2F4AD64-40E3-464D-A639-68E99344D120}" destId="{CD25CB15-309A-8A41-9A31-46B97DFA2CB5}" srcOrd="1" destOrd="0" presId="urn:microsoft.com/office/officeart/2005/8/layout/orgChart1"/>
    <dgm:cxn modelId="{7CD83FFC-A0F6-7F4F-A6A7-5F9CE716DAC8}" type="presParOf" srcId="{145E8045-96AB-8844-AEBB-0233E7A8EA14}" destId="{8D210CC8-A8FA-694A-B322-9039228F5F9F}" srcOrd="1" destOrd="0" presId="urn:microsoft.com/office/officeart/2005/8/layout/orgChart1"/>
    <dgm:cxn modelId="{A5703AA9-D412-1B45-A0F8-D0B69A0CDE10}" type="presParOf" srcId="{145E8045-96AB-8844-AEBB-0233E7A8EA14}" destId="{0F6E3FE6-A667-0C4D-8CDA-5870C4F52054}" srcOrd="2" destOrd="0" presId="urn:microsoft.com/office/officeart/2005/8/layout/orgChart1"/>
    <dgm:cxn modelId="{79495C96-EFE7-5A4D-B543-97BDAFF0630F}" type="presParOf" srcId="{C773D79C-7317-3842-B2DD-779B94EDDD9C}" destId="{F9BA02C2-5715-694A-ABE7-100ED639A5A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CD5D6-20A0-964D-AE45-85B560ED0522}">
      <dsp:nvSpPr>
        <dsp:cNvPr id="0" name=""/>
        <dsp:cNvSpPr/>
      </dsp:nvSpPr>
      <dsp:spPr>
        <a:xfrm>
          <a:off x="8944597" y="4196047"/>
          <a:ext cx="5278044" cy="458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006"/>
              </a:lnTo>
              <a:lnTo>
                <a:pt x="5278044" y="229006"/>
              </a:lnTo>
              <a:lnTo>
                <a:pt x="5278044" y="458012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D01C02-89BE-7B4A-94DC-42B36279396B}">
      <dsp:nvSpPr>
        <dsp:cNvPr id="0" name=""/>
        <dsp:cNvSpPr/>
      </dsp:nvSpPr>
      <dsp:spPr>
        <a:xfrm>
          <a:off x="10711215" y="5744564"/>
          <a:ext cx="327151" cy="87458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45849"/>
              </a:lnTo>
              <a:lnTo>
                <a:pt x="327151" y="8745849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03CA01-AC1E-4B4B-9FFC-A629663AC12D}">
      <dsp:nvSpPr>
        <dsp:cNvPr id="0" name=""/>
        <dsp:cNvSpPr/>
      </dsp:nvSpPr>
      <dsp:spPr>
        <a:xfrm>
          <a:off x="10711215" y="5744564"/>
          <a:ext cx="327151" cy="7197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97332"/>
              </a:lnTo>
              <a:lnTo>
                <a:pt x="327151" y="7197332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9DD9AD-413E-A547-ABF2-7F053BFAF3A0}">
      <dsp:nvSpPr>
        <dsp:cNvPr id="0" name=""/>
        <dsp:cNvSpPr/>
      </dsp:nvSpPr>
      <dsp:spPr>
        <a:xfrm>
          <a:off x="10711215" y="5744564"/>
          <a:ext cx="327151" cy="56488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48815"/>
              </a:lnTo>
              <a:lnTo>
                <a:pt x="327151" y="5648815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1E10E2-DBB7-994A-81E7-C7876D249983}">
      <dsp:nvSpPr>
        <dsp:cNvPr id="0" name=""/>
        <dsp:cNvSpPr/>
      </dsp:nvSpPr>
      <dsp:spPr>
        <a:xfrm>
          <a:off x="10711215" y="5744564"/>
          <a:ext cx="339975" cy="42090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09022"/>
              </a:lnTo>
              <a:lnTo>
                <a:pt x="339975" y="4209022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880F18-5FF0-2A47-B1D3-989F0504ADD6}">
      <dsp:nvSpPr>
        <dsp:cNvPr id="0" name=""/>
        <dsp:cNvSpPr/>
      </dsp:nvSpPr>
      <dsp:spPr>
        <a:xfrm>
          <a:off x="10711215" y="5744564"/>
          <a:ext cx="327151" cy="25517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51781"/>
              </a:lnTo>
              <a:lnTo>
                <a:pt x="327151" y="2551781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44D8EC-ECE8-2E41-B1EC-3384B2E44341}">
      <dsp:nvSpPr>
        <dsp:cNvPr id="0" name=""/>
        <dsp:cNvSpPr/>
      </dsp:nvSpPr>
      <dsp:spPr>
        <a:xfrm>
          <a:off x="10711215" y="5744564"/>
          <a:ext cx="327151" cy="10032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3264"/>
              </a:lnTo>
              <a:lnTo>
                <a:pt x="327151" y="1003264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F65C7B-BBE1-6F45-9EB3-CB1D9A6EFE8A}">
      <dsp:nvSpPr>
        <dsp:cNvPr id="0" name=""/>
        <dsp:cNvSpPr/>
      </dsp:nvSpPr>
      <dsp:spPr>
        <a:xfrm>
          <a:off x="8944597" y="4196047"/>
          <a:ext cx="2639022" cy="458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006"/>
              </a:lnTo>
              <a:lnTo>
                <a:pt x="2639022" y="229006"/>
              </a:lnTo>
              <a:lnTo>
                <a:pt x="2639022" y="458012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FD4A2F-71EF-E346-92D6-736C6D930861}">
      <dsp:nvSpPr>
        <dsp:cNvPr id="0" name=""/>
        <dsp:cNvSpPr/>
      </dsp:nvSpPr>
      <dsp:spPr>
        <a:xfrm>
          <a:off x="8898877" y="4196047"/>
          <a:ext cx="91440" cy="4580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8012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D3C083-DD90-124C-8F99-A42BFF4E26F2}">
      <dsp:nvSpPr>
        <dsp:cNvPr id="0" name=""/>
        <dsp:cNvSpPr/>
      </dsp:nvSpPr>
      <dsp:spPr>
        <a:xfrm>
          <a:off x="5433171" y="5744564"/>
          <a:ext cx="327151" cy="108323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32389"/>
              </a:lnTo>
              <a:lnTo>
                <a:pt x="327151" y="10832389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D4CF57-B17D-2A4B-B98A-2007C59776DC}">
      <dsp:nvSpPr>
        <dsp:cNvPr id="0" name=""/>
        <dsp:cNvSpPr/>
      </dsp:nvSpPr>
      <dsp:spPr>
        <a:xfrm>
          <a:off x="5433171" y="5744564"/>
          <a:ext cx="327151" cy="9283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83872"/>
              </a:lnTo>
              <a:lnTo>
                <a:pt x="327151" y="9283872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D979F0-B7DA-2148-86AA-225C43DC3967}">
      <dsp:nvSpPr>
        <dsp:cNvPr id="0" name=""/>
        <dsp:cNvSpPr/>
      </dsp:nvSpPr>
      <dsp:spPr>
        <a:xfrm>
          <a:off x="5433171" y="5744564"/>
          <a:ext cx="327151" cy="77353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35355"/>
              </a:lnTo>
              <a:lnTo>
                <a:pt x="327151" y="7735355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89FDF8-0BF6-DC46-978C-73CAB832C519}">
      <dsp:nvSpPr>
        <dsp:cNvPr id="0" name=""/>
        <dsp:cNvSpPr/>
      </dsp:nvSpPr>
      <dsp:spPr>
        <a:xfrm>
          <a:off x="5433171" y="5744564"/>
          <a:ext cx="327151" cy="61868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86838"/>
              </a:lnTo>
              <a:lnTo>
                <a:pt x="327151" y="6186838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9F7AF6-0E84-504F-B633-7023F268A352}">
      <dsp:nvSpPr>
        <dsp:cNvPr id="0" name=""/>
        <dsp:cNvSpPr/>
      </dsp:nvSpPr>
      <dsp:spPr>
        <a:xfrm>
          <a:off x="5433171" y="5744564"/>
          <a:ext cx="327151" cy="46383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38321"/>
              </a:lnTo>
              <a:lnTo>
                <a:pt x="327151" y="4638321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AFB70C-3F3F-A548-864A-4A43371DFF77}">
      <dsp:nvSpPr>
        <dsp:cNvPr id="0" name=""/>
        <dsp:cNvSpPr/>
      </dsp:nvSpPr>
      <dsp:spPr>
        <a:xfrm>
          <a:off x="5433171" y="5744564"/>
          <a:ext cx="327151" cy="3089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89804"/>
              </a:lnTo>
              <a:lnTo>
                <a:pt x="327151" y="3089804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0803D6-BF87-5F49-B514-60BF00F7E4DB}">
      <dsp:nvSpPr>
        <dsp:cNvPr id="0" name=""/>
        <dsp:cNvSpPr/>
      </dsp:nvSpPr>
      <dsp:spPr>
        <a:xfrm>
          <a:off x="5433171" y="5744564"/>
          <a:ext cx="327151" cy="1272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2275"/>
              </a:lnTo>
              <a:lnTo>
                <a:pt x="327151" y="1272275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7AAD35-0470-FE40-A6FD-748A9B68B15B}">
      <dsp:nvSpPr>
        <dsp:cNvPr id="0" name=""/>
        <dsp:cNvSpPr/>
      </dsp:nvSpPr>
      <dsp:spPr>
        <a:xfrm>
          <a:off x="6305575" y="4196047"/>
          <a:ext cx="2639022" cy="458012"/>
        </a:xfrm>
        <a:custGeom>
          <a:avLst/>
          <a:gdLst/>
          <a:ahLst/>
          <a:cxnLst/>
          <a:rect l="0" t="0" r="0" b="0"/>
          <a:pathLst>
            <a:path>
              <a:moveTo>
                <a:pt x="2639022" y="0"/>
              </a:moveTo>
              <a:lnTo>
                <a:pt x="2639022" y="229006"/>
              </a:lnTo>
              <a:lnTo>
                <a:pt x="0" y="229006"/>
              </a:lnTo>
              <a:lnTo>
                <a:pt x="0" y="458012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FE669C-2F1C-4A4E-83F6-96775BAD3EF0}">
      <dsp:nvSpPr>
        <dsp:cNvPr id="0" name=""/>
        <dsp:cNvSpPr/>
      </dsp:nvSpPr>
      <dsp:spPr>
        <a:xfrm>
          <a:off x="2794149" y="5744564"/>
          <a:ext cx="327151" cy="41002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00298"/>
              </a:lnTo>
              <a:lnTo>
                <a:pt x="327151" y="4100298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185C0B-25B9-5D4F-826D-142D515E4AE3}">
      <dsp:nvSpPr>
        <dsp:cNvPr id="0" name=""/>
        <dsp:cNvSpPr/>
      </dsp:nvSpPr>
      <dsp:spPr>
        <a:xfrm>
          <a:off x="2794149" y="5744564"/>
          <a:ext cx="327151" cy="25517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51781"/>
              </a:lnTo>
              <a:lnTo>
                <a:pt x="327151" y="2551781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DBA0A6-D6A2-B349-927E-1068EABB8BF3}">
      <dsp:nvSpPr>
        <dsp:cNvPr id="0" name=""/>
        <dsp:cNvSpPr/>
      </dsp:nvSpPr>
      <dsp:spPr>
        <a:xfrm>
          <a:off x="2794149" y="5744564"/>
          <a:ext cx="327151" cy="10032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3264"/>
              </a:lnTo>
              <a:lnTo>
                <a:pt x="327151" y="1003264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B027C2-54FB-3F4F-82D3-601BC498860B}">
      <dsp:nvSpPr>
        <dsp:cNvPr id="0" name=""/>
        <dsp:cNvSpPr/>
      </dsp:nvSpPr>
      <dsp:spPr>
        <a:xfrm>
          <a:off x="3666553" y="4196047"/>
          <a:ext cx="5278044" cy="458012"/>
        </a:xfrm>
        <a:custGeom>
          <a:avLst/>
          <a:gdLst/>
          <a:ahLst/>
          <a:cxnLst/>
          <a:rect l="0" t="0" r="0" b="0"/>
          <a:pathLst>
            <a:path>
              <a:moveTo>
                <a:pt x="5278044" y="0"/>
              </a:moveTo>
              <a:lnTo>
                <a:pt x="5278044" y="229006"/>
              </a:lnTo>
              <a:lnTo>
                <a:pt x="0" y="229006"/>
              </a:lnTo>
              <a:lnTo>
                <a:pt x="0" y="458012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BDA66D-F2A9-4C46-A725-48B7C3F2A4EE}">
      <dsp:nvSpPr>
        <dsp:cNvPr id="0" name=""/>
        <dsp:cNvSpPr/>
      </dsp:nvSpPr>
      <dsp:spPr>
        <a:xfrm>
          <a:off x="8898877" y="2647530"/>
          <a:ext cx="91440" cy="4580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8012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4E009-08C9-C04C-9EC8-CD1A22CA66BB}">
      <dsp:nvSpPr>
        <dsp:cNvPr id="0" name=""/>
        <dsp:cNvSpPr/>
      </dsp:nvSpPr>
      <dsp:spPr>
        <a:xfrm>
          <a:off x="8898877" y="1099012"/>
          <a:ext cx="91440" cy="4580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8012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DD6DA6-B511-3744-89CE-CFB41FDC1E5D}">
      <dsp:nvSpPr>
        <dsp:cNvPr id="0" name=""/>
        <dsp:cNvSpPr/>
      </dsp:nvSpPr>
      <dsp:spPr>
        <a:xfrm>
          <a:off x="7854092" y="8507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VZW</a:t>
          </a:r>
          <a:r>
            <a:rPr lang="en-GB" sz="1200" kern="1200" dirty="0"/>
            <a:t> </a:t>
          </a:r>
          <a:br>
            <a:rPr lang="en-GB" sz="1200" kern="1200" dirty="0"/>
          </a:br>
          <a:r>
            <a:rPr lang="en-GB" sz="1000" kern="1200" dirty="0"/>
            <a:t>KWS LINKHOUT</a:t>
          </a:r>
        </a:p>
      </dsp:txBody>
      <dsp:txXfrm>
        <a:off x="7854092" y="8507"/>
        <a:ext cx="2181009" cy="1090504"/>
      </dsp:txXfrm>
    </dsp:sp>
    <dsp:sp modelId="{1169DE99-6755-5743-B76B-47C23C2290EC}">
      <dsp:nvSpPr>
        <dsp:cNvPr id="0" name=""/>
        <dsp:cNvSpPr/>
      </dsp:nvSpPr>
      <dsp:spPr>
        <a:xfrm>
          <a:off x="7854092" y="1557025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 err="1"/>
            <a:t>Dagelijks</a:t>
          </a:r>
          <a:r>
            <a:rPr lang="en-GB" sz="1200" b="1" kern="1200" dirty="0"/>
            <a:t> </a:t>
          </a:r>
          <a:r>
            <a:rPr lang="en-GB" sz="1200" b="1" kern="1200" dirty="0" err="1"/>
            <a:t>Bestuur</a:t>
          </a:r>
          <a:br>
            <a:rPr lang="en-GB" sz="1200" kern="1200" dirty="0"/>
          </a:br>
          <a:r>
            <a:rPr lang="en-GB" sz="1000" kern="1200" dirty="0"/>
            <a:t>KWS LINKHOUT</a:t>
          </a:r>
        </a:p>
      </dsp:txBody>
      <dsp:txXfrm>
        <a:off x="7854092" y="1557025"/>
        <a:ext cx="2181009" cy="1090504"/>
      </dsp:txXfrm>
    </dsp:sp>
    <dsp:sp modelId="{F31CB23C-C537-DB4F-B57F-EF88E590B348}">
      <dsp:nvSpPr>
        <dsp:cNvPr id="0" name=""/>
        <dsp:cNvSpPr/>
      </dsp:nvSpPr>
      <dsp:spPr>
        <a:xfrm>
          <a:off x="7854092" y="3105542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Gert </a:t>
          </a:r>
          <a:r>
            <a:rPr lang="en-GB" sz="1200" b="1" kern="1200" dirty="0" err="1"/>
            <a:t>Peremans</a:t>
          </a:r>
          <a:endParaRPr lang="en-GB" sz="1200" b="1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 err="1"/>
            <a:t>Voorzitter</a:t>
          </a:r>
          <a:endParaRPr lang="en-GB" sz="1000" kern="1200" dirty="0"/>
        </a:p>
      </dsp:txBody>
      <dsp:txXfrm>
        <a:off x="7854092" y="3105542"/>
        <a:ext cx="2181009" cy="1090504"/>
      </dsp:txXfrm>
    </dsp:sp>
    <dsp:sp modelId="{3A7D69FD-377C-7740-AEB0-9AA97C92CFBD}">
      <dsp:nvSpPr>
        <dsp:cNvPr id="0" name=""/>
        <dsp:cNvSpPr/>
      </dsp:nvSpPr>
      <dsp:spPr>
        <a:xfrm>
          <a:off x="2576048" y="4654059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 err="1"/>
            <a:t>Jeugd</a:t>
          </a:r>
          <a:endParaRPr lang="en-GB" sz="1200" b="1" kern="1200" dirty="0"/>
        </a:p>
      </dsp:txBody>
      <dsp:txXfrm>
        <a:off x="2576048" y="4654059"/>
        <a:ext cx="2181009" cy="1090504"/>
      </dsp:txXfrm>
    </dsp:sp>
    <dsp:sp modelId="{43F232FD-6FAB-2E44-BE0C-7CE6418D7E89}">
      <dsp:nvSpPr>
        <dsp:cNvPr id="0" name=""/>
        <dsp:cNvSpPr/>
      </dsp:nvSpPr>
      <dsp:spPr>
        <a:xfrm>
          <a:off x="3121300" y="6202576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 err="1"/>
            <a:t>Kledij</a:t>
          </a:r>
          <a:endParaRPr lang="en-GB" sz="1200" b="1" kern="120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GB" sz="1200" kern="1200" dirty="0"/>
          </a:br>
          <a:r>
            <a:rPr lang="en-GB" sz="1000" kern="1200" dirty="0"/>
            <a:t>Lindsay </a:t>
          </a:r>
          <a:r>
            <a:rPr lang="en-GB" sz="1000" kern="1200" dirty="0" err="1"/>
            <a:t>serré</a:t>
          </a:r>
          <a:endParaRPr lang="en-GB" sz="10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Cindy Vanheukelom</a:t>
          </a:r>
        </a:p>
      </dsp:txBody>
      <dsp:txXfrm>
        <a:off x="3121300" y="6202576"/>
        <a:ext cx="2181009" cy="1090504"/>
      </dsp:txXfrm>
    </dsp:sp>
    <dsp:sp modelId="{DB27AF4D-6B0B-2244-9B3F-97098B76D7F6}">
      <dsp:nvSpPr>
        <dsp:cNvPr id="0" name=""/>
        <dsp:cNvSpPr/>
      </dsp:nvSpPr>
      <dsp:spPr>
        <a:xfrm>
          <a:off x="3121300" y="7751093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Sponsoring</a:t>
          </a:r>
          <a:br>
            <a:rPr lang="en-GB" sz="1200" kern="1200" dirty="0"/>
          </a:br>
          <a:endParaRPr lang="en-GB" sz="1200" kern="1200" dirty="0"/>
        </a:p>
      </dsp:txBody>
      <dsp:txXfrm>
        <a:off x="3121300" y="7751093"/>
        <a:ext cx="2181009" cy="1090504"/>
      </dsp:txXfrm>
    </dsp:sp>
    <dsp:sp modelId="{FC3A6606-CA82-E143-B299-BB21469341FF}">
      <dsp:nvSpPr>
        <dsp:cNvPr id="0" name=""/>
        <dsp:cNvSpPr/>
      </dsp:nvSpPr>
      <dsp:spPr>
        <a:xfrm>
          <a:off x="3121300" y="9299610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 err="1"/>
            <a:t>Bestuursleden</a:t>
          </a:r>
          <a:br>
            <a:rPr lang="en-GB" sz="1200" kern="1200" dirty="0"/>
          </a:br>
          <a:endParaRPr lang="en-GB" sz="1000" kern="1200" dirty="0"/>
        </a:p>
      </dsp:txBody>
      <dsp:txXfrm>
        <a:off x="3121300" y="9299610"/>
        <a:ext cx="2181009" cy="1090504"/>
      </dsp:txXfrm>
    </dsp:sp>
    <dsp:sp modelId="{866F4887-DD14-D04F-86C0-2C9AE46ECD77}">
      <dsp:nvSpPr>
        <dsp:cNvPr id="0" name=""/>
        <dsp:cNvSpPr/>
      </dsp:nvSpPr>
      <dsp:spPr>
        <a:xfrm>
          <a:off x="5215070" y="4654059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 err="1"/>
            <a:t>Organisatie</a:t>
          </a:r>
          <a:endParaRPr lang="en-GB" sz="1200" b="1" kern="1200" dirty="0"/>
        </a:p>
      </dsp:txBody>
      <dsp:txXfrm>
        <a:off x="5215070" y="4654059"/>
        <a:ext cx="2181009" cy="1090504"/>
      </dsp:txXfrm>
    </dsp:sp>
    <dsp:sp modelId="{8344416C-D24F-E749-BE77-B3247BA1D72A}">
      <dsp:nvSpPr>
        <dsp:cNvPr id="0" name=""/>
        <dsp:cNvSpPr/>
      </dsp:nvSpPr>
      <dsp:spPr>
        <a:xfrm>
          <a:off x="5760322" y="6202576"/>
          <a:ext cx="2181009" cy="162852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 err="1"/>
            <a:t>Activiteiten</a:t>
          </a:r>
          <a:endParaRPr lang="en-GB" sz="1200" b="1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Maarten </a:t>
          </a:r>
          <a:r>
            <a:rPr lang="en-GB" sz="1000" kern="1200" dirty="0" err="1"/>
            <a:t>Cleeren</a:t>
          </a:r>
          <a:br>
            <a:rPr lang="en-GB" sz="1000" kern="1200" dirty="0"/>
          </a:br>
          <a:r>
            <a:rPr lang="en-GB" sz="1000" kern="1200" dirty="0"/>
            <a:t>Wim </a:t>
          </a:r>
          <a:r>
            <a:rPr lang="en-GB" sz="1000" kern="1200" dirty="0" err="1"/>
            <a:t>Caremans</a:t>
          </a:r>
          <a:br>
            <a:rPr lang="en-GB" sz="1000" kern="1200" dirty="0"/>
          </a:br>
          <a:r>
            <a:rPr lang="en-GB" sz="1000" kern="1200" dirty="0"/>
            <a:t>Staf Vaes</a:t>
          </a:r>
          <a:br>
            <a:rPr lang="en-GB" sz="1000" kern="1200" dirty="0"/>
          </a:br>
          <a:r>
            <a:rPr lang="en-GB" sz="1000" kern="1200" dirty="0" err="1"/>
            <a:t>Robrecht</a:t>
          </a:r>
          <a:r>
            <a:rPr lang="en-GB" sz="1000" kern="1200" dirty="0"/>
            <a:t> Reynders</a:t>
          </a:r>
        </a:p>
      </dsp:txBody>
      <dsp:txXfrm>
        <a:off x="5760322" y="6202576"/>
        <a:ext cx="2181009" cy="1628527"/>
      </dsp:txXfrm>
    </dsp:sp>
    <dsp:sp modelId="{FD48AD75-7BE2-1847-9E94-C048CF23E70C}">
      <dsp:nvSpPr>
        <dsp:cNvPr id="0" name=""/>
        <dsp:cNvSpPr/>
      </dsp:nvSpPr>
      <dsp:spPr>
        <a:xfrm>
          <a:off x="5760322" y="8289115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 err="1"/>
            <a:t>Logistiek</a:t>
          </a:r>
          <a:br>
            <a:rPr lang="en-GB" sz="1200" kern="1200" dirty="0"/>
          </a:br>
          <a:r>
            <a:rPr lang="en-GB" sz="1000" kern="1200" dirty="0"/>
            <a:t>Jos </a:t>
          </a:r>
          <a:r>
            <a:rPr lang="en-GB" sz="1000" kern="1200" dirty="0" err="1"/>
            <a:t>Minten</a:t>
          </a:r>
          <a:endParaRPr lang="en-GB" sz="1000" kern="1200" dirty="0"/>
        </a:p>
      </dsp:txBody>
      <dsp:txXfrm>
        <a:off x="5760322" y="8289115"/>
        <a:ext cx="2181009" cy="1090504"/>
      </dsp:txXfrm>
    </dsp:sp>
    <dsp:sp modelId="{40649A9C-9D66-3E4A-AFA6-9FBFCBB49A6F}">
      <dsp:nvSpPr>
        <dsp:cNvPr id="0" name=""/>
        <dsp:cNvSpPr/>
      </dsp:nvSpPr>
      <dsp:spPr>
        <a:xfrm>
          <a:off x="5760322" y="9837632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Sponsoring</a:t>
          </a:r>
          <a:br>
            <a:rPr lang="en-GB" sz="1200" kern="1200" dirty="0"/>
          </a:br>
          <a:r>
            <a:rPr lang="en-GB" sz="1000" kern="1200" dirty="0"/>
            <a:t>Gert </a:t>
          </a:r>
          <a:r>
            <a:rPr lang="en-GB" sz="1000" kern="1200" dirty="0" err="1"/>
            <a:t>Peremans</a:t>
          </a:r>
          <a:endParaRPr lang="en-GB" sz="1000" kern="1200" dirty="0"/>
        </a:p>
      </dsp:txBody>
      <dsp:txXfrm>
        <a:off x="5760322" y="9837632"/>
        <a:ext cx="2181009" cy="1090504"/>
      </dsp:txXfrm>
    </dsp:sp>
    <dsp:sp modelId="{D5FEFCB0-588A-2C47-BCCD-013BBE27E2D7}">
      <dsp:nvSpPr>
        <dsp:cNvPr id="0" name=""/>
        <dsp:cNvSpPr/>
      </dsp:nvSpPr>
      <dsp:spPr>
        <a:xfrm>
          <a:off x="5760322" y="11386149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 err="1">
              <a:latin typeface="Calibri" panose="020F0502020204030204"/>
              <a:ea typeface="+mn-ea"/>
              <a:cs typeface="+mn-cs"/>
            </a:rPr>
            <a:t>Financieel</a:t>
          </a:r>
          <a:br>
            <a:rPr lang="en-GB" sz="1200" kern="1200" dirty="0">
              <a:latin typeface="Calibri" panose="020F0502020204030204"/>
              <a:ea typeface="+mn-ea"/>
              <a:cs typeface="+mn-cs"/>
            </a:rPr>
          </a:br>
          <a:r>
            <a:rPr lang="en-GB" sz="1000" kern="1200" dirty="0">
              <a:latin typeface="Calibri" panose="020F0502020204030204"/>
              <a:ea typeface="+mn-ea"/>
              <a:cs typeface="+mn-cs"/>
            </a:rPr>
            <a:t>Yves Frenay</a:t>
          </a:r>
        </a:p>
      </dsp:txBody>
      <dsp:txXfrm>
        <a:off x="5760322" y="11386149"/>
        <a:ext cx="2181009" cy="1090504"/>
      </dsp:txXfrm>
    </dsp:sp>
    <dsp:sp modelId="{649F2DF4-5671-3041-A55F-C52767A6DC38}">
      <dsp:nvSpPr>
        <dsp:cNvPr id="0" name=""/>
        <dsp:cNvSpPr/>
      </dsp:nvSpPr>
      <dsp:spPr>
        <a:xfrm>
          <a:off x="5760322" y="12934666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 err="1"/>
            <a:t>Medisch</a:t>
          </a:r>
          <a:br>
            <a:rPr lang="en-GB" sz="1400" kern="1200" dirty="0"/>
          </a:br>
          <a:r>
            <a:rPr lang="en-GB" sz="1000" kern="1200" dirty="0" err="1"/>
            <a:t>Robrecht</a:t>
          </a:r>
          <a:r>
            <a:rPr lang="en-GB" sz="1000" kern="1200" dirty="0"/>
            <a:t> Reynders</a:t>
          </a:r>
        </a:p>
      </dsp:txBody>
      <dsp:txXfrm>
        <a:off x="5760322" y="12934666"/>
        <a:ext cx="2181009" cy="1090504"/>
      </dsp:txXfrm>
    </dsp:sp>
    <dsp:sp modelId="{67CAD6C9-3A57-0840-839D-B7C655966678}">
      <dsp:nvSpPr>
        <dsp:cNvPr id="0" name=""/>
        <dsp:cNvSpPr/>
      </dsp:nvSpPr>
      <dsp:spPr>
        <a:xfrm>
          <a:off x="5760322" y="14483183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API</a:t>
          </a:r>
          <a:br>
            <a:rPr lang="en-GB" sz="1400" kern="1200" dirty="0"/>
          </a:br>
          <a:r>
            <a:rPr lang="en-GB" sz="1000" kern="1200" dirty="0" err="1"/>
            <a:t>Lincy</a:t>
          </a:r>
          <a:r>
            <a:rPr lang="en-GB" sz="1000" kern="1200" dirty="0"/>
            <a:t> </a:t>
          </a:r>
          <a:r>
            <a:rPr lang="en-GB" sz="1000" kern="1200" dirty="0" err="1"/>
            <a:t>Mechelmans</a:t>
          </a:r>
          <a:endParaRPr lang="en-GB" sz="1000" kern="1200" dirty="0"/>
        </a:p>
      </dsp:txBody>
      <dsp:txXfrm>
        <a:off x="5760322" y="14483183"/>
        <a:ext cx="2181009" cy="1090504"/>
      </dsp:txXfrm>
    </dsp:sp>
    <dsp:sp modelId="{5E45EF20-DEEC-584F-BB06-BDCD04D99EF2}">
      <dsp:nvSpPr>
        <dsp:cNvPr id="0" name=""/>
        <dsp:cNvSpPr/>
      </dsp:nvSpPr>
      <dsp:spPr>
        <a:xfrm>
          <a:off x="5760322" y="16031701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 err="1"/>
            <a:t>Uitgebreid</a:t>
          </a:r>
          <a:r>
            <a:rPr lang="en-GB" sz="1200" b="1" kern="1200" dirty="0"/>
            <a:t> </a:t>
          </a:r>
          <a:r>
            <a:rPr lang="en-GB" sz="1200" b="1" kern="1200" dirty="0" err="1"/>
            <a:t>Bestuur</a:t>
          </a:r>
          <a:br>
            <a:rPr lang="en-GB" sz="900" kern="1200" dirty="0"/>
          </a:br>
          <a:r>
            <a:rPr lang="en-GB" sz="900" kern="1200" dirty="0"/>
            <a:t>Jos </a:t>
          </a:r>
          <a:r>
            <a:rPr lang="en-GB" sz="900" kern="1200" dirty="0" err="1"/>
            <a:t>Keldermans</a:t>
          </a:r>
          <a:br>
            <a:rPr lang="en-GB" sz="900" kern="1200" dirty="0"/>
          </a:br>
          <a:r>
            <a:rPr lang="en-GB" sz="900" kern="1200" dirty="0"/>
            <a:t>Ivo Reynders</a:t>
          </a:r>
          <a:br>
            <a:rPr lang="en-GB" sz="900" kern="1200" dirty="0"/>
          </a:br>
          <a:endParaRPr lang="en-GB" sz="900" kern="1200" dirty="0"/>
        </a:p>
      </dsp:txBody>
      <dsp:txXfrm>
        <a:off x="5760322" y="16031701"/>
        <a:ext cx="2181009" cy="1090504"/>
      </dsp:txXfrm>
    </dsp:sp>
    <dsp:sp modelId="{886775B9-9664-9747-AC96-96667E259C9C}">
      <dsp:nvSpPr>
        <dsp:cNvPr id="0" name=""/>
        <dsp:cNvSpPr/>
      </dsp:nvSpPr>
      <dsp:spPr>
        <a:xfrm>
          <a:off x="7854092" y="4654059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 err="1"/>
            <a:t>Communicatie</a:t>
          </a:r>
          <a:br>
            <a:rPr lang="en-GB" sz="1200" b="1" kern="1200" dirty="0"/>
          </a:br>
          <a:r>
            <a:rPr lang="en-GB" sz="1000" kern="1200" dirty="0"/>
            <a:t>Joel </a:t>
          </a:r>
          <a:r>
            <a:rPr lang="en-GB" sz="1000" kern="1200" dirty="0" err="1"/>
            <a:t>Bynens</a:t>
          </a:r>
          <a:br>
            <a:rPr lang="en-GB" sz="1000" kern="1200" dirty="0"/>
          </a:br>
          <a:r>
            <a:rPr lang="en-GB" sz="1000" kern="1200" dirty="0"/>
            <a:t>Maarten </a:t>
          </a:r>
          <a:r>
            <a:rPr lang="en-GB" sz="1000" kern="1200" dirty="0" err="1"/>
            <a:t>Cleeren</a:t>
          </a:r>
          <a:endParaRPr lang="en-GB" sz="1000" kern="1200" dirty="0"/>
        </a:p>
      </dsp:txBody>
      <dsp:txXfrm>
        <a:off x="7854092" y="4654059"/>
        <a:ext cx="2181009" cy="1090504"/>
      </dsp:txXfrm>
    </dsp:sp>
    <dsp:sp modelId="{30F63F13-7A21-7D40-9EFA-A233150B8CB4}">
      <dsp:nvSpPr>
        <dsp:cNvPr id="0" name=""/>
        <dsp:cNvSpPr/>
      </dsp:nvSpPr>
      <dsp:spPr>
        <a:xfrm>
          <a:off x="10493114" y="4654059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Sport </a:t>
          </a:r>
          <a:r>
            <a:rPr lang="en-GB" sz="1200" b="1" kern="1200" dirty="0" err="1"/>
            <a:t>Technisch</a:t>
          </a:r>
          <a:br>
            <a:rPr lang="en-GB" sz="1200" kern="1200" dirty="0"/>
          </a:br>
          <a:r>
            <a:rPr lang="en-GB" sz="1000" kern="1200" dirty="0"/>
            <a:t>Jos </a:t>
          </a:r>
          <a:r>
            <a:rPr lang="en-GB" sz="1000" kern="1200" dirty="0" err="1"/>
            <a:t>Minten</a:t>
          </a:r>
          <a:br>
            <a:rPr lang="en-GB" sz="1000" kern="1200" dirty="0"/>
          </a:br>
          <a:r>
            <a:rPr lang="en-GB" sz="1000" kern="1200" dirty="0"/>
            <a:t>Bart </a:t>
          </a:r>
          <a:r>
            <a:rPr lang="en-GB" sz="1000" kern="1200" dirty="0" err="1"/>
            <a:t>Lenaerts</a:t>
          </a:r>
          <a:endParaRPr lang="en-GB" sz="1000" kern="1200" dirty="0"/>
        </a:p>
      </dsp:txBody>
      <dsp:txXfrm>
        <a:off x="10493114" y="4654059"/>
        <a:ext cx="2181009" cy="1090504"/>
      </dsp:txXfrm>
    </dsp:sp>
    <dsp:sp modelId="{34ABE46D-4DBA-6D40-BE80-3A856126FA9C}">
      <dsp:nvSpPr>
        <dsp:cNvPr id="0" name=""/>
        <dsp:cNvSpPr/>
      </dsp:nvSpPr>
      <dsp:spPr>
        <a:xfrm>
          <a:off x="11038367" y="6202576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Senior </a:t>
          </a:r>
          <a:r>
            <a:rPr lang="en-GB" sz="1200" b="1" kern="1200" dirty="0" err="1"/>
            <a:t>Ploegen</a:t>
          </a:r>
          <a:endParaRPr lang="en-GB" sz="1200" b="1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Ramon Fernandez</a:t>
          </a:r>
        </a:p>
      </dsp:txBody>
      <dsp:txXfrm>
        <a:off x="11038367" y="6202576"/>
        <a:ext cx="2181009" cy="1090504"/>
      </dsp:txXfrm>
    </dsp:sp>
    <dsp:sp modelId="{59C24BC4-E09E-A241-BC22-8A288F91EE5C}">
      <dsp:nvSpPr>
        <dsp:cNvPr id="0" name=""/>
        <dsp:cNvSpPr/>
      </dsp:nvSpPr>
      <dsp:spPr>
        <a:xfrm>
          <a:off x="11038367" y="7751093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Dames </a:t>
          </a:r>
          <a:r>
            <a:rPr lang="en-GB" sz="1200" b="1" kern="1200" dirty="0" err="1"/>
            <a:t>Ploegen</a:t>
          </a:r>
          <a:endParaRPr lang="en-GB" sz="1200" b="1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Ben Jouck</a:t>
          </a:r>
          <a:br>
            <a:rPr lang="en-GB" sz="1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</a:br>
          <a:r>
            <a:rPr lang="en-GB" sz="1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Frank </a:t>
          </a:r>
          <a:r>
            <a:rPr lang="en-GB" sz="10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Schroyen</a:t>
          </a:r>
          <a:endParaRPr lang="en-GB" sz="1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11038367" y="7751093"/>
        <a:ext cx="2181009" cy="1090504"/>
      </dsp:txXfrm>
    </dsp:sp>
    <dsp:sp modelId="{19CABB75-8AFC-5747-8354-3D0B2B20C319}">
      <dsp:nvSpPr>
        <dsp:cNvPr id="0" name=""/>
        <dsp:cNvSpPr/>
      </dsp:nvSpPr>
      <dsp:spPr>
        <a:xfrm>
          <a:off x="11051191" y="9408333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Keepers</a:t>
          </a:r>
          <a:br>
            <a:rPr lang="en-GB" sz="2100" kern="1200" dirty="0"/>
          </a:br>
          <a:r>
            <a:rPr lang="en-GB" sz="1000" kern="1200" dirty="0"/>
            <a:t>Steven B</a:t>
          </a:r>
        </a:p>
      </dsp:txBody>
      <dsp:txXfrm>
        <a:off x="11051191" y="9408333"/>
        <a:ext cx="2181009" cy="1090504"/>
      </dsp:txXfrm>
    </dsp:sp>
    <dsp:sp modelId="{D33E6341-A583-414A-9708-561BA60AA3A3}">
      <dsp:nvSpPr>
        <dsp:cNvPr id="0" name=""/>
        <dsp:cNvSpPr/>
      </dsp:nvSpPr>
      <dsp:spPr>
        <a:xfrm>
          <a:off x="11038367" y="10848127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TVJO</a:t>
          </a:r>
          <a:br>
            <a:rPr lang="en-GB" sz="2100" kern="1200" dirty="0"/>
          </a:br>
          <a:endParaRPr lang="en-GB" sz="1000" kern="1200" dirty="0"/>
        </a:p>
      </dsp:txBody>
      <dsp:txXfrm>
        <a:off x="11038367" y="10848127"/>
        <a:ext cx="2181009" cy="1090504"/>
      </dsp:txXfrm>
    </dsp:sp>
    <dsp:sp modelId="{C0E8AE59-34BB-FB4F-A7D7-D4F1FBC81074}">
      <dsp:nvSpPr>
        <dsp:cNvPr id="0" name=""/>
        <dsp:cNvSpPr/>
      </dsp:nvSpPr>
      <dsp:spPr>
        <a:xfrm>
          <a:off x="11038367" y="12396644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Post </a:t>
          </a:r>
          <a:r>
            <a:rPr lang="en-GB" sz="1200" b="1" kern="1200" dirty="0" err="1"/>
            <a:t>Formatie</a:t>
          </a:r>
          <a:br>
            <a:rPr lang="en-GB" sz="2100" kern="1200" dirty="0"/>
          </a:br>
          <a:r>
            <a:rPr lang="en-GB" sz="1000" kern="1200" dirty="0"/>
            <a:t>Kristof </a:t>
          </a:r>
          <a:r>
            <a:rPr lang="en-GB" sz="1000" kern="1200" dirty="0" err="1"/>
            <a:t>Baeten</a:t>
          </a:r>
          <a:br>
            <a:rPr lang="en-GB" sz="1000" kern="1200" dirty="0"/>
          </a:br>
          <a:r>
            <a:rPr lang="en-GB" sz="1000" kern="1200" dirty="0"/>
            <a:t>Staf Vaes</a:t>
          </a:r>
        </a:p>
      </dsp:txBody>
      <dsp:txXfrm>
        <a:off x="11038367" y="12396644"/>
        <a:ext cx="2181009" cy="1090504"/>
      </dsp:txXfrm>
    </dsp:sp>
    <dsp:sp modelId="{38480138-B76C-994B-8491-A04F7FF0ACDA}">
      <dsp:nvSpPr>
        <dsp:cNvPr id="0" name=""/>
        <dsp:cNvSpPr/>
      </dsp:nvSpPr>
      <dsp:spPr>
        <a:xfrm>
          <a:off x="11038367" y="13945161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 err="1"/>
            <a:t>Scheidsrechters</a:t>
          </a:r>
          <a:br>
            <a:rPr lang="en-GB" sz="1600" kern="1200" dirty="0"/>
          </a:br>
          <a:r>
            <a:rPr lang="en-GB" sz="1000" kern="1200" dirty="0"/>
            <a:t>Staf Vaes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Referee Ambassador</a:t>
          </a:r>
        </a:p>
      </dsp:txBody>
      <dsp:txXfrm>
        <a:off x="11038367" y="13945161"/>
        <a:ext cx="2181009" cy="1090504"/>
      </dsp:txXfrm>
    </dsp:sp>
    <dsp:sp modelId="{2166EA62-418E-2D47-AB41-29B8A5DF7082}">
      <dsp:nvSpPr>
        <dsp:cNvPr id="0" name=""/>
        <dsp:cNvSpPr/>
      </dsp:nvSpPr>
      <dsp:spPr>
        <a:xfrm>
          <a:off x="13132136" y="4654059"/>
          <a:ext cx="2181009" cy="1090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GC</a:t>
          </a:r>
          <a:br>
            <a:rPr lang="en-GB" sz="1200" kern="1200" dirty="0"/>
          </a:br>
          <a:r>
            <a:rPr lang="en-GB" sz="1000" kern="1200" dirty="0"/>
            <a:t>Gert </a:t>
          </a:r>
          <a:r>
            <a:rPr lang="en-GB" sz="1000" kern="1200" dirty="0" err="1"/>
            <a:t>Peremans</a:t>
          </a:r>
          <a:endParaRPr lang="en-GB" sz="1000" kern="1200" dirty="0"/>
        </a:p>
      </dsp:txBody>
      <dsp:txXfrm>
        <a:off x="13132136" y="4654059"/>
        <a:ext cx="2181009" cy="10905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4B764-B307-6E47-9BF9-CA0644352B16}">
      <dsp:nvSpPr>
        <dsp:cNvPr id="0" name=""/>
        <dsp:cNvSpPr/>
      </dsp:nvSpPr>
      <dsp:spPr>
        <a:xfrm>
          <a:off x="4064000" y="2563221"/>
          <a:ext cx="3367533" cy="2922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112"/>
              </a:lnTo>
              <a:lnTo>
                <a:pt x="3367533" y="146112"/>
              </a:lnTo>
              <a:lnTo>
                <a:pt x="3367533" y="29222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FAA84E-F22D-EE4C-A889-7B26FA7EBC2A}">
      <dsp:nvSpPr>
        <dsp:cNvPr id="0" name=""/>
        <dsp:cNvSpPr/>
      </dsp:nvSpPr>
      <dsp:spPr>
        <a:xfrm>
          <a:off x="4064000" y="2563221"/>
          <a:ext cx="1683766" cy="2922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112"/>
              </a:lnTo>
              <a:lnTo>
                <a:pt x="1683766" y="146112"/>
              </a:lnTo>
              <a:lnTo>
                <a:pt x="1683766" y="29222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8C8F4D-873A-584C-BA01-AFC58EB88D24}">
      <dsp:nvSpPr>
        <dsp:cNvPr id="0" name=""/>
        <dsp:cNvSpPr/>
      </dsp:nvSpPr>
      <dsp:spPr>
        <a:xfrm>
          <a:off x="4018280" y="2563221"/>
          <a:ext cx="91440" cy="29222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222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5C84DA-CF09-CF41-9431-ECCE042DEA86}">
      <dsp:nvSpPr>
        <dsp:cNvPr id="0" name=""/>
        <dsp:cNvSpPr/>
      </dsp:nvSpPr>
      <dsp:spPr>
        <a:xfrm>
          <a:off x="2380233" y="2563221"/>
          <a:ext cx="1683766" cy="292224"/>
        </a:xfrm>
        <a:custGeom>
          <a:avLst/>
          <a:gdLst/>
          <a:ahLst/>
          <a:cxnLst/>
          <a:rect l="0" t="0" r="0" b="0"/>
          <a:pathLst>
            <a:path>
              <a:moveTo>
                <a:pt x="1683766" y="0"/>
              </a:moveTo>
              <a:lnTo>
                <a:pt x="1683766" y="146112"/>
              </a:lnTo>
              <a:lnTo>
                <a:pt x="0" y="146112"/>
              </a:lnTo>
              <a:lnTo>
                <a:pt x="0" y="29222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CAC55F-7E96-A146-A2E6-E90619B81DCB}">
      <dsp:nvSpPr>
        <dsp:cNvPr id="0" name=""/>
        <dsp:cNvSpPr/>
      </dsp:nvSpPr>
      <dsp:spPr>
        <a:xfrm>
          <a:off x="696466" y="2563221"/>
          <a:ext cx="3367533" cy="292224"/>
        </a:xfrm>
        <a:custGeom>
          <a:avLst/>
          <a:gdLst/>
          <a:ahLst/>
          <a:cxnLst/>
          <a:rect l="0" t="0" r="0" b="0"/>
          <a:pathLst>
            <a:path>
              <a:moveTo>
                <a:pt x="3367533" y="0"/>
              </a:moveTo>
              <a:lnTo>
                <a:pt x="3367533" y="146112"/>
              </a:lnTo>
              <a:lnTo>
                <a:pt x="0" y="146112"/>
              </a:lnTo>
              <a:lnTo>
                <a:pt x="0" y="29222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438B19-C440-BD4B-A0F3-D745704E8A0C}">
      <dsp:nvSpPr>
        <dsp:cNvPr id="0" name=""/>
        <dsp:cNvSpPr/>
      </dsp:nvSpPr>
      <dsp:spPr>
        <a:xfrm>
          <a:off x="3368228" y="1867450"/>
          <a:ext cx="1391542" cy="695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VZW</a:t>
          </a:r>
          <a:br>
            <a:rPr lang="en-GB" sz="1900" kern="1200" dirty="0"/>
          </a:br>
          <a:r>
            <a:rPr lang="en-GB" sz="1400" kern="1200" dirty="0"/>
            <a:t>KWS </a:t>
          </a:r>
          <a:r>
            <a:rPr lang="en-GB" sz="1400" kern="1200" dirty="0" err="1"/>
            <a:t>Linkhout</a:t>
          </a:r>
          <a:endParaRPr lang="en-GB" sz="1400" kern="1200" dirty="0"/>
        </a:p>
      </dsp:txBody>
      <dsp:txXfrm>
        <a:off x="3368228" y="1867450"/>
        <a:ext cx="1391542" cy="695771"/>
      </dsp:txXfrm>
    </dsp:sp>
    <dsp:sp modelId="{6331B114-7C73-224A-9BE2-0ACFEF01FB91}">
      <dsp:nvSpPr>
        <dsp:cNvPr id="0" name=""/>
        <dsp:cNvSpPr/>
      </dsp:nvSpPr>
      <dsp:spPr>
        <a:xfrm>
          <a:off x="694" y="2855445"/>
          <a:ext cx="1391542" cy="695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Gert </a:t>
          </a:r>
          <a:r>
            <a:rPr lang="en-GB" sz="1700" kern="1200" dirty="0" err="1"/>
            <a:t>Peremans</a:t>
          </a:r>
          <a:endParaRPr lang="en-GB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Voorzitter</a:t>
          </a:r>
          <a:endParaRPr lang="en-GB" sz="1400" kern="1200" dirty="0"/>
        </a:p>
      </dsp:txBody>
      <dsp:txXfrm>
        <a:off x="694" y="2855445"/>
        <a:ext cx="1391542" cy="695771"/>
      </dsp:txXfrm>
    </dsp:sp>
    <dsp:sp modelId="{E1A50CEC-FD58-114D-892B-B80E9BDBDED8}">
      <dsp:nvSpPr>
        <dsp:cNvPr id="0" name=""/>
        <dsp:cNvSpPr/>
      </dsp:nvSpPr>
      <dsp:spPr>
        <a:xfrm>
          <a:off x="1684461" y="2855445"/>
          <a:ext cx="1391542" cy="695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Jos </a:t>
          </a:r>
          <a:r>
            <a:rPr lang="en-GB" sz="1700" kern="1200" dirty="0" err="1"/>
            <a:t>Keldermans</a:t>
          </a:r>
          <a:endParaRPr lang="en-GB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Secretaris</a:t>
          </a:r>
          <a:endParaRPr lang="en-GB" sz="1400" kern="1200" dirty="0"/>
        </a:p>
      </dsp:txBody>
      <dsp:txXfrm>
        <a:off x="1684461" y="2855445"/>
        <a:ext cx="1391542" cy="695771"/>
      </dsp:txXfrm>
    </dsp:sp>
    <dsp:sp modelId="{73679011-8ADF-8F4C-AFDD-A55D0FF2E054}">
      <dsp:nvSpPr>
        <dsp:cNvPr id="0" name=""/>
        <dsp:cNvSpPr/>
      </dsp:nvSpPr>
      <dsp:spPr>
        <a:xfrm>
          <a:off x="3368228" y="2855445"/>
          <a:ext cx="1391542" cy="695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Erwin </a:t>
          </a:r>
          <a:r>
            <a:rPr lang="en-GB" sz="1900" kern="1200" dirty="0" err="1"/>
            <a:t>Doggen</a:t>
          </a:r>
          <a:endParaRPr lang="en-GB" sz="1900" kern="1200" dirty="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Bestuurder</a:t>
          </a:r>
          <a:endParaRPr lang="en-GB" sz="1400" kern="1200" dirty="0"/>
        </a:p>
      </dsp:txBody>
      <dsp:txXfrm>
        <a:off x="3368228" y="2855445"/>
        <a:ext cx="1391542" cy="695771"/>
      </dsp:txXfrm>
    </dsp:sp>
    <dsp:sp modelId="{C7EF4864-9104-9B48-88D4-D1EB9F47579F}">
      <dsp:nvSpPr>
        <dsp:cNvPr id="0" name=""/>
        <dsp:cNvSpPr/>
      </dsp:nvSpPr>
      <dsp:spPr>
        <a:xfrm>
          <a:off x="5051995" y="2855445"/>
          <a:ext cx="1391542" cy="695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Joel Bynens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Bestuurder</a:t>
          </a:r>
          <a:endParaRPr lang="en-GB" sz="1400" kern="1200" dirty="0"/>
        </a:p>
      </dsp:txBody>
      <dsp:txXfrm>
        <a:off x="5051995" y="2855445"/>
        <a:ext cx="1391542" cy="695771"/>
      </dsp:txXfrm>
    </dsp:sp>
    <dsp:sp modelId="{4EDDD988-8EF3-C547-9E33-D0B09760D79B}">
      <dsp:nvSpPr>
        <dsp:cNvPr id="0" name=""/>
        <dsp:cNvSpPr/>
      </dsp:nvSpPr>
      <dsp:spPr>
        <a:xfrm>
          <a:off x="6735762" y="2855445"/>
          <a:ext cx="1391542" cy="695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Yves Frenay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Bestuurder</a:t>
          </a:r>
          <a:endParaRPr lang="en-GB" sz="1400" kern="1200" dirty="0"/>
        </a:p>
      </dsp:txBody>
      <dsp:txXfrm>
        <a:off x="6735762" y="2855445"/>
        <a:ext cx="1391542" cy="6957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7FD8D-5DF4-9648-9CD0-0F9EADF6C0BE}" type="datetimeFigureOut">
              <a:rPr lang="en-BE" smtClean="0"/>
              <a:t>02/17/2026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22488" y="1143000"/>
            <a:ext cx="2613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A78D3-1E13-B041-BA6C-1C7516A66CE3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62708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22488" y="1143000"/>
            <a:ext cx="26130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A78D3-1E13-B041-BA6C-1C7516A66CE3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15101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356703"/>
            <a:ext cx="10363200" cy="501340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563446"/>
            <a:ext cx="9144000" cy="347671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B9DC-ED19-E14C-93CF-ECA1546F4962}" type="datetimeFigureOut">
              <a:rPr lang="en-BE" smtClean="0"/>
              <a:t>02/17/2026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2D5A-A909-144F-AC20-A7E8E5A0A27F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65241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B9DC-ED19-E14C-93CF-ECA1546F4962}" type="datetimeFigureOut">
              <a:rPr lang="en-BE" smtClean="0"/>
              <a:t>02/17/2026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2D5A-A909-144F-AC20-A7E8E5A0A27F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1189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590057"/>
            <a:ext cx="10515600" cy="599008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636813"/>
            <a:ext cx="10515600" cy="315004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B9DC-ED19-E14C-93CF-ECA1546F4962}" type="datetimeFigureOut">
              <a:rPr lang="en-BE" smtClean="0"/>
              <a:t>02/17/2026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2D5A-A909-144F-AC20-A7E8E5A0A27F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1840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833390"/>
            <a:ext cx="5181600" cy="91368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833390"/>
            <a:ext cx="5181600" cy="91368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B9DC-ED19-E14C-93CF-ECA1546F4962}" type="datetimeFigureOut">
              <a:rPr lang="en-BE" smtClean="0"/>
              <a:t>02/17/2026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2D5A-A909-144F-AC20-A7E8E5A0A27F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5177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6681"/>
            <a:ext cx="10515600" cy="27833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530053"/>
            <a:ext cx="5157787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260078"/>
            <a:ext cx="5157787" cy="77367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530053"/>
            <a:ext cx="5183188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260078"/>
            <a:ext cx="5183188" cy="77367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B9DC-ED19-E14C-93CF-ECA1546F4962}" type="datetimeFigureOut">
              <a:rPr lang="en-BE" smtClean="0"/>
              <a:t>02/17/2026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2D5A-A909-144F-AC20-A7E8E5A0A27F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40059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B9DC-ED19-E14C-93CF-ECA1546F4962}" type="datetimeFigureOut">
              <a:rPr lang="en-BE" smtClean="0"/>
              <a:t>02/17/2026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2D5A-A909-144F-AC20-A7E8E5A0A27F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2221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B9DC-ED19-E14C-93CF-ECA1546F4962}" type="datetimeFigureOut">
              <a:rPr lang="en-BE" smtClean="0"/>
              <a:t>02/17/2026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2D5A-A909-144F-AC20-A7E8E5A0A27F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47780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60014"/>
            <a:ext cx="3932237" cy="33600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73367"/>
            <a:ext cx="6172200" cy="1023348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320064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B9DC-ED19-E14C-93CF-ECA1546F4962}" type="datetimeFigureOut">
              <a:rPr lang="en-BE" smtClean="0"/>
              <a:t>02/17/2026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2D5A-A909-144F-AC20-A7E8E5A0A27F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145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60014"/>
            <a:ext cx="3932237" cy="33600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073367"/>
            <a:ext cx="6172200" cy="10233485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320064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B9DC-ED19-E14C-93CF-ECA1546F4962}" type="datetimeFigureOut">
              <a:rPr lang="en-BE" smtClean="0"/>
              <a:t>02/17/2026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2D5A-A909-144F-AC20-A7E8E5A0A27F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3143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B9DC-ED19-E14C-93CF-ECA1546F4962}" type="datetimeFigureOut">
              <a:rPr lang="en-BE" smtClean="0"/>
              <a:t>02/17/2026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2D5A-A909-144F-AC20-A7E8E5A0A27F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755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6678"/>
            <a:ext cx="2628900" cy="122035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66678"/>
            <a:ext cx="7734300" cy="122035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B9DC-ED19-E14C-93CF-ECA1546F4962}" type="datetimeFigureOut">
              <a:rPr lang="en-BE" smtClean="0"/>
              <a:t>02/17/2026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2D5A-A909-144F-AC20-A7E8E5A0A27F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4380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66681"/>
            <a:ext cx="1051560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833390"/>
            <a:ext cx="1051560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3346867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B9DC-ED19-E14C-93CF-ECA1546F4962}" type="datetimeFigureOut">
              <a:rPr lang="en-BE" smtClean="0"/>
              <a:t>02/17/2026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3346867"/>
            <a:ext cx="41148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3346867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82D5A-A909-144F-AC20-A7E8E5A0A27F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80419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44C5CBD-5997-0DD1-F37E-16C7FD7081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9994603"/>
              </p:ext>
            </p:extLst>
          </p:nvPr>
        </p:nvGraphicFramePr>
        <p:xfrm>
          <a:off x="-2672930" y="-1"/>
          <a:ext cx="17889195" cy="17130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2538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C4655CC-2408-5159-6532-775F2F35A4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7035342"/>
              </p:ext>
            </p:extLst>
          </p:nvPr>
        </p:nvGraphicFramePr>
        <p:xfrm>
          <a:off x="2032000" y="230801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834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135</Words>
  <Application>Microsoft Office PowerPoint</Application>
  <PresentationFormat>Aangepast</PresentationFormat>
  <Paragraphs>43</Paragraphs>
  <Slides>2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Joel Bynens</dc:creator>
  <cp:lastModifiedBy>jochen thoelen</cp:lastModifiedBy>
  <cp:revision>4</cp:revision>
  <dcterms:created xsi:type="dcterms:W3CDTF">2022-11-30T17:33:19Z</dcterms:created>
  <dcterms:modified xsi:type="dcterms:W3CDTF">2026-02-17T18:27:20Z</dcterms:modified>
</cp:coreProperties>
</file>